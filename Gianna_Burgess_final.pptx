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Aldrich"/>
      <p:regular r:id="rId22"/>
    </p:embeddedFont>
    <p:embeddedFont>
      <p:font typeface="Bai Jamjuree"/>
      <p:regular r:id="rId23"/>
      <p:bold r:id="rId24"/>
      <p:italic r:id="rId25"/>
      <p:boldItalic r:id="rId26"/>
    </p:embeddedFon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HelveticaNeue-boldItalic.fntdata"/><Relationship Id="rId20" Type="http://schemas.openxmlformats.org/officeDocument/2006/relationships/slide" Target="slides/slide16.xml"/><Relationship Id="rId22" Type="http://schemas.openxmlformats.org/officeDocument/2006/relationships/font" Target="fonts/Aldrich-regular.fntdata"/><Relationship Id="rId21" Type="http://schemas.openxmlformats.org/officeDocument/2006/relationships/slide" Target="slides/slide17.xml"/><Relationship Id="rId24" Type="http://schemas.openxmlformats.org/officeDocument/2006/relationships/font" Target="fonts/BaiJamjuree-bold.fntdata"/><Relationship Id="rId23" Type="http://schemas.openxmlformats.org/officeDocument/2006/relationships/font" Target="fonts/BaiJamjuree-regular.fntdata"/><Relationship Id="rId26" Type="http://schemas.openxmlformats.org/officeDocument/2006/relationships/font" Target="fonts/BaiJamjuree-boldItalic.fntdata"/><Relationship Id="rId25" Type="http://schemas.openxmlformats.org/officeDocument/2006/relationships/font" Target="fonts/BaiJamjuree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29" Type="http://schemas.openxmlformats.org/officeDocument/2006/relationships/font" Target="fonts/HelveticaNeue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9" name="Google Shape;25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127f379f9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127f379f9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3e9dbcaf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3e9dbcaf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13e9dbcaf0c_0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13e9dbcaf0c_0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g13e9dbcaf0c_0_2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8" name="Google Shape;2718;g13e9dbcaf0c_0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g3abbdaa5b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2" name="Google Shape;2752;g3abbdaa5b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12948bcd1fb_0_22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12948bcd1fb_0_22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g127f379f98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6" name="Google Shape;2776;g127f379f98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g13e9dbcaf0c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3" name="Google Shape;2793;g13e9dbcaf0c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g13e437834e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6" name="Google Shape;2806;g13e437834e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2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13df85ff71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13df85ff71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3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g11be10ac1a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5" name="Google Shape;2825;g11be10ac1a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5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g12948bcd1fb_0_22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7" name="Google Shape;2837;g12948bcd1fb_0_2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g12948bcd1fb_0_23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7" name="Google Shape;2897;g12948bcd1fb_0_23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g13e437834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0" name="Google Shape;2920;g13e437834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g13e437834e8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3" name="Google Shape;2933;g13e437834e8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12948bcd1fb_0_2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12948bcd1fb_0_2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8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7796285" y="275812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>
            <p:ph type="title"/>
          </p:nvPr>
        </p:nvSpPr>
        <p:spPr>
          <a:xfrm>
            <a:off x="1467300" y="2623376"/>
            <a:ext cx="620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2748300" y="965501"/>
            <a:ext cx="3647400" cy="159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2181900" y="3792111"/>
            <a:ext cx="47802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 flipH="1">
            <a:off x="-1227634" y="3946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3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101" name="Google Shape;101;p3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3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104" name="Google Shape;104;p3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2" name="Google Shape;15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3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154" name="Google Shape;154;p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>
            <p:ph idx="1" type="body"/>
          </p:nvPr>
        </p:nvSpPr>
        <p:spPr>
          <a:xfrm>
            <a:off x="715550" y="1152475"/>
            <a:ext cx="7713000" cy="8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74" name="Google Shape;174;p4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175" name="Google Shape;175;p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4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178" name="Google Shape;178;p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5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/>
          <p:nvPr>
            <p:ph idx="1" type="subTitle"/>
          </p:nvPr>
        </p:nvSpPr>
        <p:spPr>
          <a:xfrm>
            <a:off x="4981770" y="2451554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"/>
          <p:cNvSpPr txBox="1"/>
          <p:nvPr>
            <p:ph idx="2" type="subTitle"/>
          </p:nvPr>
        </p:nvSpPr>
        <p:spPr>
          <a:xfrm>
            <a:off x="4981771" y="2964124"/>
            <a:ext cx="22818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"/>
          <p:cNvSpPr txBox="1"/>
          <p:nvPr>
            <p:ph idx="3" type="subTitle"/>
          </p:nvPr>
        </p:nvSpPr>
        <p:spPr>
          <a:xfrm>
            <a:off x="1880430" y="2451554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"/>
          <p:cNvSpPr txBox="1"/>
          <p:nvPr>
            <p:ph idx="4" type="subTitle"/>
          </p:nvPr>
        </p:nvSpPr>
        <p:spPr>
          <a:xfrm>
            <a:off x="1880425" y="2964124"/>
            <a:ext cx="22818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89" name="Google Shape;18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384751" y="373530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5"/>
          <p:cNvGrpSpPr/>
          <p:nvPr/>
        </p:nvGrpSpPr>
        <p:grpSpPr>
          <a:xfrm flipH="1" rot="10800000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91" name="Google Shape;191;p5"/>
            <p:cNvSpPr/>
            <p:nvPr/>
          </p:nvSpPr>
          <p:spPr>
            <a:xfrm>
              <a:off x="435041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5"/>
          <p:cNvGrpSpPr/>
          <p:nvPr/>
        </p:nvGrpSpPr>
        <p:grpSpPr>
          <a:xfrm flipH="1" rot="10800000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94" name="Google Shape;194;p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8013814" y="-799203"/>
            <a:ext cx="2019176" cy="2019176"/>
            <a:chOff x="1943325" y="-220375"/>
            <a:chExt cx="1298672" cy="1298672"/>
          </a:xfrm>
        </p:grpSpPr>
        <p:sp>
          <p:nvSpPr>
            <p:cNvPr id="199" name="Google Shape;199;p5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5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" name="Google Shape;248;p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6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67" name="Google Shape;267;p6"/>
          <p:cNvGrpSpPr/>
          <p:nvPr/>
        </p:nvGrpSpPr>
        <p:grpSpPr>
          <a:xfrm flipH="1">
            <a:off x="-99423" y="4189150"/>
            <a:ext cx="1039906" cy="679800"/>
            <a:chOff x="4082325" y="3790650"/>
            <a:chExt cx="1039906" cy="679800"/>
          </a:xfrm>
        </p:grpSpPr>
        <p:sp>
          <p:nvSpPr>
            <p:cNvPr id="268" name="Google Shape;268;p6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6"/>
          <p:cNvGrpSpPr/>
          <p:nvPr/>
        </p:nvGrpSpPr>
        <p:grpSpPr>
          <a:xfrm rot="5400000">
            <a:off x="8405096" y="2480296"/>
            <a:ext cx="793256" cy="182899"/>
            <a:chOff x="2685575" y="2835950"/>
            <a:chExt cx="433000" cy="99825"/>
          </a:xfrm>
        </p:grpSpPr>
        <p:sp>
          <p:nvSpPr>
            <p:cNvPr id="272" name="Google Shape;272;p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6"/>
          <p:cNvGrpSpPr/>
          <p:nvPr/>
        </p:nvGrpSpPr>
        <p:grpSpPr>
          <a:xfrm flipH="1">
            <a:off x="8194575" y="4265345"/>
            <a:ext cx="1965289" cy="517060"/>
            <a:chOff x="3539975" y="3523525"/>
            <a:chExt cx="745925" cy="196250"/>
          </a:xfrm>
        </p:grpSpPr>
        <p:sp>
          <p:nvSpPr>
            <p:cNvPr id="277" name="Google Shape;277;p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7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7"/>
          <p:cNvSpPr txBox="1"/>
          <p:nvPr>
            <p:ph idx="1" type="body"/>
          </p:nvPr>
        </p:nvSpPr>
        <p:spPr>
          <a:xfrm>
            <a:off x="1221000" y="1512026"/>
            <a:ext cx="67020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2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2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97" name="Google Shape;297;p7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>
            <a:off x="-303901" y="383000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7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99" name="Google Shape;299;p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302" name="Google Shape;302;p7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8209964" y="1045747"/>
            <a:ext cx="2019176" cy="2019176"/>
            <a:chOff x="1943325" y="-220375"/>
            <a:chExt cx="1298672" cy="1298672"/>
          </a:xfrm>
        </p:grpSpPr>
        <p:sp>
          <p:nvSpPr>
            <p:cNvPr id="307" name="Google Shape;307;p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7"/>
          <p:cNvGrpSpPr/>
          <p:nvPr/>
        </p:nvGrpSpPr>
        <p:grpSpPr>
          <a:xfrm>
            <a:off x="-1031260" y="2597545"/>
            <a:ext cx="1965289" cy="517060"/>
            <a:chOff x="3539975" y="3523525"/>
            <a:chExt cx="745925" cy="196250"/>
          </a:xfrm>
        </p:grpSpPr>
        <p:sp>
          <p:nvSpPr>
            <p:cNvPr id="356" name="Google Shape;356;p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7"/>
          <p:cNvSpPr/>
          <p:nvPr/>
        </p:nvSpPr>
        <p:spPr>
          <a:xfrm>
            <a:off x="2947150" y="42584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8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8"/>
          <p:cNvSpPr txBox="1"/>
          <p:nvPr>
            <p:ph type="title"/>
          </p:nvPr>
        </p:nvSpPr>
        <p:spPr>
          <a:xfrm>
            <a:off x="1987800" y="1227877"/>
            <a:ext cx="5168400" cy="26154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9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76" name="Google Shape;376;p8"/>
          <p:cNvGrpSpPr/>
          <p:nvPr/>
        </p:nvGrpSpPr>
        <p:grpSpPr>
          <a:xfrm rot="-5400000">
            <a:off x="2819427" y="4284163"/>
            <a:ext cx="289170" cy="284718"/>
            <a:chOff x="426000" y="3302025"/>
            <a:chExt cx="220875" cy="217475"/>
          </a:xfrm>
        </p:grpSpPr>
        <p:sp>
          <p:nvSpPr>
            <p:cNvPr id="377" name="Google Shape;377;p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8"/>
          <p:cNvGrpSpPr/>
          <p:nvPr/>
        </p:nvGrpSpPr>
        <p:grpSpPr>
          <a:xfrm rot="-5400000">
            <a:off x="1014983" y="3948380"/>
            <a:ext cx="357454" cy="956304"/>
            <a:chOff x="357713" y="600975"/>
            <a:chExt cx="357454" cy="956304"/>
          </a:xfrm>
        </p:grpSpPr>
        <p:sp>
          <p:nvSpPr>
            <p:cNvPr id="380" name="Google Shape;380;p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8"/>
          <p:cNvSpPr/>
          <p:nvPr/>
        </p:nvSpPr>
        <p:spPr>
          <a:xfrm>
            <a:off x="5427233" y="4098668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9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/>
          <p:nvPr>
            <p:ph type="title"/>
          </p:nvPr>
        </p:nvSpPr>
        <p:spPr>
          <a:xfrm>
            <a:off x="803348" y="1764416"/>
            <a:ext cx="4635900" cy="632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8" name="Google Shape;388;p9"/>
          <p:cNvSpPr txBox="1"/>
          <p:nvPr>
            <p:ph idx="1" type="subTitle"/>
          </p:nvPr>
        </p:nvSpPr>
        <p:spPr>
          <a:xfrm>
            <a:off x="803350" y="2483809"/>
            <a:ext cx="4635900" cy="1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89" name="Google Shape;389;p9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390" name="Google Shape;390;p9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9"/>
          <p:cNvGrpSpPr/>
          <p:nvPr/>
        </p:nvGrpSpPr>
        <p:grpSpPr>
          <a:xfrm>
            <a:off x="4724908" y="599573"/>
            <a:ext cx="793256" cy="182899"/>
            <a:chOff x="2685575" y="2835950"/>
            <a:chExt cx="433000" cy="99825"/>
          </a:xfrm>
        </p:grpSpPr>
        <p:sp>
          <p:nvSpPr>
            <p:cNvPr id="393" name="Google Shape;393;p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3091076" y="4281547"/>
            <a:ext cx="2019176" cy="2019176"/>
            <a:chOff x="1943325" y="-220375"/>
            <a:chExt cx="1298672" cy="1298672"/>
          </a:xfrm>
        </p:grpSpPr>
        <p:sp>
          <p:nvSpPr>
            <p:cNvPr id="398" name="Google Shape;398;p9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9"/>
          <p:cNvGrpSpPr/>
          <p:nvPr/>
        </p:nvGrpSpPr>
        <p:grpSpPr>
          <a:xfrm>
            <a:off x="8513377" y="4281545"/>
            <a:ext cx="1965289" cy="517060"/>
            <a:chOff x="3539975" y="3523525"/>
            <a:chExt cx="745925" cy="196250"/>
          </a:xfrm>
        </p:grpSpPr>
        <p:sp>
          <p:nvSpPr>
            <p:cNvPr id="447" name="Google Shape;447;p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9"/>
          <p:cNvSpPr/>
          <p:nvPr/>
        </p:nvSpPr>
        <p:spPr>
          <a:xfrm>
            <a:off x="1765763" y="53362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 txBox="1"/>
          <p:nvPr>
            <p:ph idx="1" type="body"/>
          </p:nvPr>
        </p:nvSpPr>
        <p:spPr>
          <a:xfrm>
            <a:off x="1096550" y="1135950"/>
            <a:ext cx="44667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</a:lstStyle>
          <a:p/>
        </p:txBody>
      </p:sp>
      <p:grpSp>
        <p:nvGrpSpPr>
          <p:cNvPr id="466" name="Google Shape;466;p10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467" name="Google Shape;467;p10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10"/>
          <p:cNvGrpSpPr/>
          <p:nvPr/>
        </p:nvGrpSpPr>
        <p:grpSpPr>
          <a:xfrm>
            <a:off x="357713" y="1416050"/>
            <a:ext cx="357454" cy="956304"/>
            <a:chOff x="357713" y="600975"/>
            <a:chExt cx="357454" cy="956304"/>
          </a:xfrm>
        </p:grpSpPr>
        <p:sp>
          <p:nvSpPr>
            <p:cNvPr id="470" name="Google Shape;470;p1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10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475" name="Google Shape;475;p1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3" name="Google Shape;52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700000">
            <a:off x="7664015" y="1409800"/>
            <a:ext cx="2527511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11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1"/>
          <p:cNvSpPr txBox="1"/>
          <p:nvPr>
            <p:ph hasCustomPrompt="1" type="title"/>
          </p:nvPr>
        </p:nvSpPr>
        <p:spPr>
          <a:xfrm>
            <a:off x="1189500" y="1573088"/>
            <a:ext cx="6765000" cy="1191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7" name="Google Shape;527;p11"/>
          <p:cNvSpPr txBox="1"/>
          <p:nvPr>
            <p:ph idx="1" type="subTitle"/>
          </p:nvPr>
        </p:nvSpPr>
        <p:spPr>
          <a:xfrm>
            <a:off x="1189500" y="3008635"/>
            <a:ext cx="67650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8" name="Google Shape;52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1398709" y="37756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9" name="Google Shape;529;p11"/>
          <p:cNvGrpSpPr/>
          <p:nvPr/>
        </p:nvGrpSpPr>
        <p:grpSpPr>
          <a:xfrm flipH="1">
            <a:off x="8442483" y="3580345"/>
            <a:ext cx="284143" cy="284718"/>
            <a:chOff x="432750" y="3302025"/>
            <a:chExt cx="217035" cy="217475"/>
          </a:xfrm>
        </p:grpSpPr>
        <p:sp>
          <p:nvSpPr>
            <p:cNvPr id="530" name="Google Shape;530;p11"/>
            <p:cNvSpPr/>
            <p:nvPr/>
          </p:nvSpPr>
          <p:spPr>
            <a:xfrm>
              <a:off x="43566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1"/>
          <p:cNvGrpSpPr/>
          <p:nvPr/>
        </p:nvGrpSpPr>
        <p:grpSpPr>
          <a:xfrm flipH="1">
            <a:off x="8412161" y="940850"/>
            <a:ext cx="357454" cy="956304"/>
            <a:chOff x="357713" y="600975"/>
            <a:chExt cx="357454" cy="956304"/>
          </a:xfrm>
        </p:grpSpPr>
        <p:sp>
          <p:nvSpPr>
            <p:cNvPr id="533" name="Google Shape;533;p1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1"/>
          <p:cNvGrpSpPr/>
          <p:nvPr/>
        </p:nvGrpSpPr>
        <p:grpSpPr>
          <a:xfrm flipH="1">
            <a:off x="-1204526" y="3464295"/>
            <a:ext cx="1965289" cy="517060"/>
            <a:chOff x="3539975" y="3523525"/>
            <a:chExt cx="745925" cy="196250"/>
          </a:xfrm>
        </p:grpSpPr>
        <p:sp>
          <p:nvSpPr>
            <p:cNvPr id="538" name="Google Shape;538;p1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/>
          <p:nvPr>
            <p:ph hasCustomPrompt="1" type="title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/>
          <p:nvPr>
            <p:ph idx="1" type="subTitle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13"/>
          <p:cNvSpPr txBox="1"/>
          <p:nvPr>
            <p:ph idx="2" type="subTitle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13"/>
          <p:cNvSpPr txBox="1"/>
          <p:nvPr>
            <p:ph hasCustomPrompt="1" idx="3" type="title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/>
          <p:nvPr>
            <p:ph idx="4" type="subTitle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13"/>
          <p:cNvSpPr txBox="1"/>
          <p:nvPr>
            <p:ph idx="5" type="subTitle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13"/>
          <p:cNvSpPr txBox="1"/>
          <p:nvPr>
            <p:ph hasCustomPrompt="1" idx="6" type="title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/>
          <p:nvPr>
            <p:ph idx="7" type="subTitle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13"/>
          <p:cNvSpPr txBox="1"/>
          <p:nvPr>
            <p:ph idx="8" type="subTitle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13"/>
          <p:cNvSpPr txBox="1"/>
          <p:nvPr>
            <p:ph hasCustomPrompt="1" idx="9" type="title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idx="13" type="subTitle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13"/>
          <p:cNvSpPr txBox="1"/>
          <p:nvPr>
            <p:ph idx="14" type="subTitle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13"/>
          <p:cNvSpPr txBox="1"/>
          <p:nvPr>
            <p:ph hasCustomPrompt="1"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/>
          <p:nvPr>
            <p:ph idx="16" type="subTitle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13"/>
          <p:cNvSpPr txBox="1"/>
          <p:nvPr>
            <p:ph idx="17" type="subTitle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13"/>
          <p:cNvSpPr txBox="1"/>
          <p:nvPr>
            <p:ph hasCustomPrompt="1" idx="18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/>
          <p:nvPr>
            <p:ph idx="19" type="subTitle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13"/>
          <p:cNvSpPr txBox="1"/>
          <p:nvPr>
            <p:ph idx="20" type="subTitle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13"/>
          <p:cNvSpPr txBox="1"/>
          <p:nvPr>
            <p:ph idx="21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576" name="Google Shape;576;p1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3594575" y="-199329"/>
            <a:ext cx="4000413" cy="3175881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9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4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4"/>
          <p:cNvSpPr txBox="1"/>
          <p:nvPr>
            <p:ph hasCustomPrompt="1" type="title"/>
          </p:nvPr>
        </p:nvSpPr>
        <p:spPr>
          <a:xfrm>
            <a:off x="2167181" y="1194994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04" name="Google Shape;604;p14"/>
          <p:cNvSpPr txBox="1"/>
          <p:nvPr>
            <p:ph idx="1" type="subTitle"/>
          </p:nvPr>
        </p:nvSpPr>
        <p:spPr>
          <a:xfrm>
            <a:off x="2988905" y="1244525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4"/>
          <p:cNvSpPr txBox="1"/>
          <p:nvPr>
            <p:ph idx="2" type="subTitle"/>
          </p:nvPr>
        </p:nvSpPr>
        <p:spPr>
          <a:xfrm>
            <a:off x="2988888" y="1599134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4"/>
          <p:cNvSpPr txBox="1"/>
          <p:nvPr>
            <p:ph hasCustomPrompt="1" idx="3" type="title"/>
          </p:nvPr>
        </p:nvSpPr>
        <p:spPr>
          <a:xfrm>
            <a:off x="2167181" y="208980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07" name="Google Shape;607;p14"/>
          <p:cNvSpPr txBox="1"/>
          <p:nvPr>
            <p:ph idx="4" type="subTitle"/>
          </p:nvPr>
        </p:nvSpPr>
        <p:spPr>
          <a:xfrm>
            <a:off x="2988905" y="2139342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14"/>
          <p:cNvSpPr txBox="1"/>
          <p:nvPr>
            <p:ph idx="5" type="subTitle"/>
          </p:nvPr>
        </p:nvSpPr>
        <p:spPr>
          <a:xfrm>
            <a:off x="2988888" y="2493949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4"/>
          <p:cNvSpPr txBox="1"/>
          <p:nvPr>
            <p:ph hasCustomPrompt="1" idx="6" type="title"/>
          </p:nvPr>
        </p:nvSpPr>
        <p:spPr>
          <a:xfrm>
            <a:off x="2167181" y="2984623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0" name="Google Shape;610;p14"/>
          <p:cNvSpPr txBox="1"/>
          <p:nvPr>
            <p:ph idx="7" type="subTitle"/>
          </p:nvPr>
        </p:nvSpPr>
        <p:spPr>
          <a:xfrm>
            <a:off x="2988905" y="3034159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14"/>
          <p:cNvSpPr txBox="1"/>
          <p:nvPr>
            <p:ph idx="8" type="subTitle"/>
          </p:nvPr>
        </p:nvSpPr>
        <p:spPr>
          <a:xfrm>
            <a:off x="2988888" y="3388763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14"/>
          <p:cNvSpPr txBox="1"/>
          <p:nvPr>
            <p:ph hasCustomPrompt="1" idx="9" type="title"/>
          </p:nvPr>
        </p:nvSpPr>
        <p:spPr>
          <a:xfrm>
            <a:off x="2167181" y="387943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3" name="Google Shape;613;p14"/>
          <p:cNvSpPr txBox="1"/>
          <p:nvPr>
            <p:ph idx="13" type="subTitle"/>
          </p:nvPr>
        </p:nvSpPr>
        <p:spPr>
          <a:xfrm>
            <a:off x="2988905" y="3928977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4"/>
          <p:cNvSpPr txBox="1"/>
          <p:nvPr>
            <p:ph idx="14" type="subTitle"/>
          </p:nvPr>
        </p:nvSpPr>
        <p:spPr>
          <a:xfrm>
            <a:off x="2988888" y="4283578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14"/>
          <p:cNvSpPr txBox="1"/>
          <p:nvPr>
            <p:ph hasCustomPrompt="1"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6" name="Google Shape;616;p14"/>
          <p:cNvSpPr txBox="1"/>
          <p:nvPr>
            <p:ph hasCustomPrompt="1" idx="16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7" name="Google Shape;617;p14"/>
          <p:cNvSpPr txBox="1"/>
          <p:nvPr>
            <p:ph idx="17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618" name="Google Shape;618;p14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619" name="Google Shape;619;p1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14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622" name="Google Shape;622;p1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4"/>
          <p:cNvGrpSpPr/>
          <p:nvPr/>
        </p:nvGrpSpPr>
        <p:grpSpPr>
          <a:xfrm>
            <a:off x="163264" y="4378897"/>
            <a:ext cx="2019176" cy="2019176"/>
            <a:chOff x="1943325" y="-220375"/>
            <a:chExt cx="1298672" cy="1298672"/>
          </a:xfrm>
        </p:grpSpPr>
        <p:sp>
          <p:nvSpPr>
            <p:cNvPr id="627" name="Google Shape;627;p14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4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14"/>
          <p:cNvGrpSpPr/>
          <p:nvPr/>
        </p:nvGrpSpPr>
        <p:grpSpPr>
          <a:xfrm>
            <a:off x="8354090" y="2590370"/>
            <a:ext cx="1965289" cy="517060"/>
            <a:chOff x="3539975" y="3523525"/>
            <a:chExt cx="745925" cy="196250"/>
          </a:xfrm>
        </p:grpSpPr>
        <p:sp>
          <p:nvSpPr>
            <p:cNvPr id="676" name="Google Shape;676;p1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2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15"/>
          <p:cNvGrpSpPr/>
          <p:nvPr/>
        </p:nvGrpSpPr>
        <p:grpSpPr>
          <a:xfrm>
            <a:off x="357713" y="2863850"/>
            <a:ext cx="357454" cy="956304"/>
            <a:chOff x="357713" y="600975"/>
            <a:chExt cx="357454" cy="956304"/>
          </a:xfrm>
        </p:grpSpPr>
        <p:sp>
          <p:nvSpPr>
            <p:cNvPr id="694" name="Google Shape;694;p1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8" name="Google Shape;6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295609" y="-883375"/>
            <a:ext cx="9353213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5"/>
          <p:cNvSpPr txBox="1"/>
          <p:nvPr>
            <p:ph type="title"/>
          </p:nvPr>
        </p:nvSpPr>
        <p:spPr>
          <a:xfrm>
            <a:off x="5903275" y="1027175"/>
            <a:ext cx="25254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8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16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16"/>
          <p:cNvSpPr txBox="1"/>
          <p:nvPr>
            <p:ph type="title"/>
          </p:nvPr>
        </p:nvSpPr>
        <p:spPr>
          <a:xfrm>
            <a:off x="1116375" y="1556340"/>
            <a:ext cx="45096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3" name="Google Shape;703;p16"/>
          <p:cNvSpPr txBox="1"/>
          <p:nvPr>
            <p:ph hasCustomPrompt="1" idx="2" type="title"/>
          </p:nvPr>
        </p:nvSpPr>
        <p:spPr>
          <a:xfrm>
            <a:off x="5638521" y="1356584"/>
            <a:ext cx="2575200" cy="159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4" name="Google Shape;704;p16"/>
          <p:cNvSpPr txBox="1"/>
          <p:nvPr>
            <p:ph idx="1" type="subTitle"/>
          </p:nvPr>
        </p:nvSpPr>
        <p:spPr>
          <a:xfrm>
            <a:off x="1116121" y="3333247"/>
            <a:ext cx="45096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5" name="Google Shape;705;p16"/>
          <p:cNvGrpSpPr/>
          <p:nvPr/>
        </p:nvGrpSpPr>
        <p:grpSpPr>
          <a:xfrm>
            <a:off x="8428538" y="2148684"/>
            <a:ext cx="357454" cy="956304"/>
            <a:chOff x="357713" y="600975"/>
            <a:chExt cx="357454" cy="956304"/>
          </a:xfrm>
        </p:grpSpPr>
        <p:sp>
          <p:nvSpPr>
            <p:cNvPr id="706" name="Google Shape;706;p1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0" name="Google Shape;710;p16"/>
          <p:cNvSpPr/>
          <p:nvPr/>
        </p:nvSpPr>
        <p:spPr>
          <a:xfrm flipH="1">
            <a:off x="5001370" y="48220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1" name="Google Shape;711;p16"/>
          <p:cNvGrpSpPr/>
          <p:nvPr/>
        </p:nvGrpSpPr>
        <p:grpSpPr>
          <a:xfrm flipH="1" rot="10800000">
            <a:off x="5556872" y="4363371"/>
            <a:ext cx="3952129" cy="3175881"/>
            <a:chOff x="5256209" y="-1994879"/>
            <a:chExt cx="3952129" cy="3175881"/>
          </a:xfrm>
        </p:grpSpPr>
        <p:sp>
          <p:nvSpPr>
            <p:cNvPr id="712" name="Google Shape;712;p16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16"/>
          <p:cNvGrpSpPr/>
          <p:nvPr/>
        </p:nvGrpSpPr>
        <p:grpSpPr>
          <a:xfrm flipH="1">
            <a:off x="2974550" y="4422286"/>
            <a:ext cx="793256" cy="182899"/>
            <a:chOff x="2685575" y="2835950"/>
            <a:chExt cx="433000" cy="99825"/>
          </a:xfrm>
        </p:grpSpPr>
        <p:sp>
          <p:nvSpPr>
            <p:cNvPr id="715" name="Google Shape;715;p1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9" name="Google Shape;719;p16"/>
          <p:cNvGrpSpPr/>
          <p:nvPr/>
        </p:nvGrpSpPr>
        <p:grpSpPr>
          <a:xfrm flipH="1">
            <a:off x="896693" y="1036495"/>
            <a:ext cx="283332" cy="284718"/>
            <a:chOff x="423709" y="3302025"/>
            <a:chExt cx="216416" cy="217475"/>
          </a:xfrm>
        </p:grpSpPr>
        <p:sp>
          <p:nvSpPr>
            <p:cNvPr id="720" name="Google Shape;720;p1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16"/>
          <p:cNvGrpSpPr/>
          <p:nvPr/>
        </p:nvGrpSpPr>
        <p:grpSpPr>
          <a:xfrm flipH="1">
            <a:off x="2106901" y="-974958"/>
            <a:ext cx="2019176" cy="2019176"/>
            <a:chOff x="1943325" y="-220375"/>
            <a:chExt cx="1298672" cy="1298672"/>
          </a:xfrm>
        </p:grpSpPr>
        <p:sp>
          <p:nvSpPr>
            <p:cNvPr id="723" name="Google Shape;723;p16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7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17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17"/>
          <p:cNvSpPr txBox="1"/>
          <p:nvPr>
            <p:ph idx="1" type="body"/>
          </p:nvPr>
        </p:nvSpPr>
        <p:spPr>
          <a:xfrm flipH="1">
            <a:off x="4572000" y="1687975"/>
            <a:ext cx="3856500" cy="29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17"/>
          <p:cNvSpPr txBox="1"/>
          <p:nvPr>
            <p:ph idx="2" type="body"/>
          </p:nvPr>
        </p:nvSpPr>
        <p:spPr>
          <a:xfrm flipH="1">
            <a:off x="715500" y="1687975"/>
            <a:ext cx="3856500" cy="29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1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776" name="Google Shape;776;p17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777" name="Google Shape;777;p1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_1_1_1_2"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18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8"/>
          <p:cNvSpPr txBox="1"/>
          <p:nvPr>
            <p:ph idx="1" type="subTitle"/>
          </p:nvPr>
        </p:nvSpPr>
        <p:spPr>
          <a:xfrm>
            <a:off x="5509997" y="3018746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18"/>
          <p:cNvSpPr txBox="1"/>
          <p:nvPr>
            <p:ph idx="2" type="subTitle"/>
          </p:nvPr>
        </p:nvSpPr>
        <p:spPr>
          <a:xfrm>
            <a:off x="5509984" y="3411654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18"/>
          <p:cNvSpPr txBox="1"/>
          <p:nvPr>
            <p:ph idx="3" type="subTitle"/>
          </p:nvPr>
        </p:nvSpPr>
        <p:spPr>
          <a:xfrm>
            <a:off x="2027671" y="3018746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18"/>
          <p:cNvSpPr txBox="1"/>
          <p:nvPr>
            <p:ph idx="4" type="subTitle"/>
          </p:nvPr>
        </p:nvSpPr>
        <p:spPr>
          <a:xfrm>
            <a:off x="2027646" y="3411654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18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786" name="Google Shape;786;p18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787" name="Google Shape;787;p1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18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790" name="Google Shape;790;p1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" name="Google Shape;794;p18"/>
          <p:cNvGrpSpPr/>
          <p:nvPr/>
        </p:nvGrpSpPr>
        <p:grpSpPr>
          <a:xfrm>
            <a:off x="4216658" y="4528371"/>
            <a:ext cx="793256" cy="182899"/>
            <a:chOff x="2685575" y="2835950"/>
            <a:chExt cx="433000" cy="99825"/>
          </a:xfrm>
        </p:grpSpPr>
        <p:sp>
          <p:nvSpPr>
            <p:cNvPr id="795" name="Google Shape;795;p18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18"/>
          <p:cNvGrpSpPr/>
          <p:nvPr/>
        </p:nvGrpSpPr>
        <p:grpSpPr>
          <a:xfrm>
            <a:off x="8323390" y="3373645"/>
            <a:ext cx="1965289" cy="517060"/>
            <a:chOff x="3539975" y="3523525"/>
            <a:chExt cx="745925" cy="196250"/>
          </a:xfrm>
        </p:grpSpPr>
        <p:sp>
          <p:nvSpPr>
            <p:cNvPr id="800" name="Google Shape;800;p1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6" name="Google Shape;816;p18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 flipH="1" rot="10800000">
            <a:off x="6828749" y="-445753"/>
            <a:ext cx="9353213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8"/>
          <p:cNvSpPr txBox="1"/>
          <p:nvPr>
            <p:ph idx="5" type="subTitle"/>
          </p:nvPr>
        </p:nvSpPr>
        <p:spPr>
          <a:xfrm>
            <a:off x="5509997" y="1585321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8"/>
          <p:cNvSpPr txBox="1"/>
          <p:nvPr>
            <p:ph idx="6" type="subTitle"/>
          </p:nvPr>
        </p:nvSpPr>
        <p:spPr>
          <a:xfrm>
            <a:off x="5509984" y="1978229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9" name="Google Shape;819;p18"/>
          <p:cNvSpPr txBox="1"/>
          <p:nvPr>
            <p:ph idx="7" type="subTitle"/>
          </p:nvPr>
        </p:nvSpPr>
        <p:spPr>
          <a:xfrm>
            <a:off x="2027671" y="1585321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18"/>
          <p:cNvSpPr txBox="1"/>
          <p:nvPr>
            <p:ph idx="8" type="subTitle"/>
          </p:nvPr>
        </p:nvSpPr>
        <p:spPr>
          <a:xfrm>
            <a:off x="2027646" y="1978229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_1_1_1_2_1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19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19"/>
          <p:cNvSpPr txBox="1"/>
          <p:nvPr>
            <p:ph idx="1" type="subTitle"/>
          </p:nvPr>
        </p:nvSpPr>
        <p:spPr>
          <a:xfrm>
            <a:off x="4874072" y="3821141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" name="Google Shape;824;p19"/>
          <p:cNvSpPr txBox="1"/>
          <p:nvPr>
            <p:ph idx="2" type="subTitle"/>
          </p:nvPr>
        </p:nvSpPr>
        <p:spPr>
          <a:xfrm>
            <a:off x="4874053" y="4083223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19"/>
          <p:cNvSpPr txBox="1"/>
          <p:nvPr>
            <p:ph idx="3" type="subTitle"/>
          </p:nvPr>
        </p:nvSpPr>
        <p:spPr>
          <a:xfrm>
            <a:off x="2229956" y="3821141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19"/>
          <p:cNvSpPr txBox="1"/>
          <p:nvPr>
            <p:ph idx="4" type="subTitle"/>
          </p:nvPr>
        </p:nvSpPr>
        <p:spPr>
          <a:xfrm>
            <a:off x="2229928" y="4083223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1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28" name="Google Shape;828;p19"/>
          <p:cNvSpPr txBox="1"/>
          <p:nvPr>
            <p:ph idx="5" type="subTitle"/>
          </p:nvPr>
        </p:nvSpPr>
        <p:spPr>
          <a:xfrm>
            <a:off x="4874072" y="2007179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9" name="Google Shape;829;p19"/>
          <p:cNvSpPr txBox="1"/>
          <p:nvPr>
            <p:ph idx="6" type="subTitle"/>
          </p:nvPr>
        </p:nvSpPr>
        <p:spPr>
          <a:xfrm>
            <a:off x="4874053" y="2269265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19"/>
          <p:cNvSpPr txBox="1"/>
          <p:nvPr>
            <p:ph idx="7" type="subTitle"/>
          </p:nvPr>
        </p:nvSpPr>
        <p:spPr>
          <a:xfrm>
            <a:off x="2229956" y="2007179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19"/>
          <p:cNvSpPr txBox="1"/>
          <p:nvPr>
            <p:ph idx="8" type="subTitle"/>
          </p:nvPr>
        </p:nvSpPr>
        <p:spPr>
          <a:xfrm>
            <a:off x="2229928" y="2269265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32" name="Google Shape;832;p19"/>
          <p:cNvGrpSpPr/>
          <p:nvPr/>
        </p:nvGrpSpPr>
        <p:grpSpPr>
          <a:xfrm>
            <a:off x="398750" y="1564070"/>
            <a:ext cx="282284" cy="284718"/>
            <a:chOff x="431259" y="3302025"/>
            <a:chExt cx="215616" cy="217475"/>
          </a:xfrm>
        </p:grpSpPr>
        <p:sp>
          <p:nvSpPr>
            <p:cNvPr id="833" name="Google Shape;833;p19"/>
            <p:cNvSpPr/>
            <p:nvPr/>
          </p:nvSpPr>
          <p:spPr>
            <a:xfrm>
              <a:off x="431259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19"/>
          <p:cNvGrpSpPr/>
          <p:nvPr/>
        </p:nvGrpSpPr>
        <p:grpSpPr>
          <a:xfrm>
            <a:off x="357713" y="3191775"/>
            <a:ext cx="357454" cy="956304"/>
            <a:chOff x="357713" y="600975"/>
            <a:chExt cx="357454" cy="956304"/>
          </a:xfrm>
        </p:grpSpPr>
        <p:sp>
          <p:nvSpPr>
            <p:cNvPr id="836" name="Google Shape;836;p19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0" name="Google Shape;840;p19"/>
          <p:cNvGrpSpPr/>
          <p:nvPr/>
        </p:nvGrpSpPr>
        <p:grpSpPr>
          <a:xfrm>
            <a:off x="239464" y="4378897"/>
            <a:ext cx="2019176" cy="2019176"/>
            <a:chOff x="1943325" y="-220375"/>
            <a:chExt cx="1298672" cy="1298672"/>
          </a:xfrm>
        </p:grpSpPr>
        <p:sp>
          <p:nvSpPr>
            <p:cNvPr id="841" name="Google Shape;841;p19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9" name="Google Shape;889;p19"/>
          <p:cNvGrpSpPr/>
          <p:nvPr/>
        </p:nvGrpSpPr>
        <p:grpSpPr>
          <a:xfrm>
            <a:off x="7985565" y="3429220"/>
            <a:ext cx="1965289" cy="517060"/>
            <a:chOff x="3539975" y="3523525"/>
            <a:chExt cx="745925" cy="196250"/>
          </a:xfrm>
        </p:grpSpPr>
        <p:sp>
          <p:nvSpPr>
            <p:cNvPr id="890" name="Google Shape;890;p1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6" name="Google Shape;906;p19"/>
          <p:cNvSpPr/>
          <p:nvPr/>
        </p:nvSpPr>
        <p:spPr>
          <a:xfrm>
            <a:off x="1020350" y="23917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1_1_1_2_1_1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20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0"/>
          <p:cNvSpPr txBox="1"/>
          <p:nvPr>
            <p:ph idx="1" type="subTitle"/>
          </p:nvPr>
        </p:nvSpPr>
        <p:spPr>
          <a:xfrm>
            <a:off x="6500284" y="2800350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0" name="Google Shape;910;p20"/>
          <p:cNvSpPr txBox="1"/>
          <p:nvPr>
            <p:ph idx="2" type="subTitle"/>
          </p:nvPr>
        </p:nvSpPr>
        <p:spPr>
          <a:xfrm>
            <a:off x="6500273" y="3062422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20"/>
          <p:cNvSpPr txBox="1"/>
          <p:nvPr>
            <p:ph idx="3" type="subTitle"/>
          </p:nvPr>
        </p:nvSpPr>
        <p:spPr>
          <a:xfrm>
            <a:off x="4572006" y="2800350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2" name="Google Shape;912;p20"/>
          <p:cNvSpPr txBox="1"/>
          <p:nvPr>
            <p:ph idx="4" type="subTitle"/>
          </p:nvPr>
        </p:nvSpPr>
        <p:spPr>
          <a:xfrm>
            <a:off x="4571984" y="3062422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20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14" name="Google Shape;914;p20"/>
          <p:cNvSpPr txBox="1"/>
          <p:nvPr>
            <p:ph idx="5" type="subTitle"/>
          </p:nvPr>
        </p:nvSpPr>
        <p:spPr>
          <a:xfrm>
            <a:off x="2643734" y="2800363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20"/>
          <p:cNvSpPr txBox="1"/>
          <p:nvPr>
            <p:ph idx="6" type="subTitle"/>
          </p:nvPr>
        </p:nvSpPr>
        <p:spPr>
          <a:xfrm>
            <a:off x="2643718" y="3062447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6" name="Google Shape;916;p20"/>
          <p:cNvSpPr txBox="1"/>
          <p:nvPr>
            <p:ph idx="7" type="subTitle"/>
          </p:nvPr>
        </p:nvSpPr>
        <p:spPr>
          <a:xfrm>
            <a:off x="715527" y="2800363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0"/>
          <p:cNvSpPr txBox="1"/>
          <p:nvPr>
            <p:ph idx="8" type="subTitle"/>
          </p:nvPr>
        </p:nvSpPr>
        <p:spPr>
          <a:xfrm>
            <a:off x="715500" y="3062447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8" name="Google Shape;918;p20"/>
          <p:cNvGrpSpPr/>
          <p:nvPr/>
        </p:nvGrpSpPr>
        <p:grpSpPr>
          <a:xfrm>
            <a:off x="398750" y="1564070"/>
            <a:ext cx="282284" cy="284718"/>
            <a:chOff x="431259" y="3302025"/>
            <a:chExt cx="215616" cy="217475"/>
          </a:xfrm>
        </p:grpSpPr>
        <p:sp>
          <p:nvSpPr>
            <p:cNvPr id="919" name="Google Shape;919;p20"/>
            <p:cNvSpPr/>
            <p:nvPr/>
          </p:nvSpPr>
          <p:spPr>
            <a:xfrm>
              <a:off x="431259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0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1" name="Google Shape;921;p20"/>
          <p:cNvGrpSpPr/>
          <p:nvPr/>
        </p:nvGrpSpPr>
        <p:grpSpPr>
          <a:xfrm>
            <a:off x="357713" y="3191775"/>
            <a:ext cx="357454" cy="956304"/>
            <a:chOff x="357713" y="600975"/>
            <a:chExt cx="357454" cy="956304"/>
          </a:xfrm>
        </p:grpSpPr>
        <p:sp>
          <p:nvSpPr>
            <p:cNvPr id="922" name="Google Shape;922;p2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20"/>
          <p:cNvGrpSpPr/>
          <p:nvPr/>
        </p:nvGrpSpPr>
        <p:grpSpPr>
          <a:xfrm>
            <a:off x="239464" y="4378897"/>
            <a:ext cx="2019176" cy="2019176"/>
            <a:chOff x="1943325" y="-220375"/>
            <a:chExt cx="1298672" cy="1298672"/>
          </a:xfrm>
        </p:grpSpPr>
        <p:sp>
          <p:nvSpPr>
            <p:cNvPr id="927" name="Google Shape;927;p2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20"/>
          <p:cNvGrpSpPr/>
          <p:nvPr/>
        </p:nvGrpSpPr>
        <p:grpSpPr>
          <a:xfrm>
            <a:off x="7987940" y="1294445"/>
            <a:ext cx="1965289" cy="517060"/>
            <a:chOff x="3539975" y="3523525"/>
            <a:chExt cx="745925" cy="196250"/>
          </a:xfrm>
        </p:grpSpPr>
        <p:sp>
          <p:nvSpPr>
            <p:cNvPr id="976" name="Google Shape;976;p20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0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0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0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0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0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0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0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0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0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0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_1_1_1_1_2_1_1_1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21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21"/>
          <p:cNvSpPr txBox="1"/>
          <p:nvPr>
            <p:ph idx="1" type="subTitle"/>
          </p:nvPr>
        </p:nvSpPr>
        <p:spPr>
          <a:xfrm>
            <a:off x="2439200" y="3075306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5" name="Google Shape;995;p21"/>
          <p:cNvSpPr txBox="1"/>
          <p:nvPr>
            <p:ph idx="2" type="subTitle"/>
          </p:nvPr>
        </p:nvSpPr>
        <p:spPr>
          <a:xfrm>
            <a:off x="2439201" y="3411801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21"/>
          <p:cNvSpPr txBox="1"/>
          <p:nvPr>
            <p:ph idx="3" type="subTitle"/>
          </p:nvPr>
        </p:nvSpPr>
        <p:spPr>
          <a:xfrm>
            <a:off x="2439209" y="1551800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21"/>
          <p:cNvSpPr txBox="1"/>
          <p:nvPr>
            <p:ph idx="4" type="subTitle"/>
          </p:nvPr>
        </p:nvSpPr>
        <p:spPr>
          <a:xfrm>
            <a:off x="2439205" y="1888295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21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999" name="Google Shape;9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36574" y="3946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Google Shape;1000;p21"/>
          <p:cNvGrpSpPr/>
          <p:nvPr/>
        </p:nvGrpSpPr>
        <p:grpSpPr>
          <a:xfrm flipH="1" rot="10800000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001" name="Google Shape;1001;p21"/>
            <p:cNvSpPr/>
            <p:nvPr/>
          </p:nvSpPr>
          <p:spPr>
            <a:xfrm>
              <a:off x="435041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1"/>
          <p:cNvGrpSpPr/>
          <p:nvPr/>
        </p:nvGrpSpPr>
        <p:grpSpPr>
          <a:xfrm flipH="1" rot="10800000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004" name="Google Shape;1004;p2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1"/>
          <p:cNvGrpSpPr/>
          <p:nvPr/>
        </p:nvGrpSpPr>
        <p:grpSpPr>
          <a:xfrm>
            <a:off x="8079415" y="2873670"/>
            <a:ext cx="1965289" cy="517060"/>
            <a:chOff x="3539975" y="3523525"/>
            <a:chExt cx="745925" cy="196250"/>
          </a:xfrm>
        </p:grpSpPr>
        <p:sp>
          <p:nvSpPr>
            <p:cNvPr id="1009" name="Google Shape;1009;p2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5" name="Google Shape;1025;p21"/>
          <p:cNvSpPr txBox="1"/>
          <p:nvPr>
            <p:ph idx="5" type="subTitle"/>
          </p:nvPr>
        </p:nvSpPr>
        <p:spPr>
          <a:xfrm>
            <a:off x="5979475" y="3075306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6" name="Google Shape;1026;p21"/>
          <p:cNvSpPr txBox="1"/>
          <p:nvPr>
            <p:ph idx="6" type="subTitle"/>
          </p:nvPr>
        </p:nvSpPr>
        <p:spPr>
          <a:xfrm>
            <a:off x="5979476" y="3411801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7" name="Google Shape;1027;p21"/>
          <p:cNvSpPr txBox="1"/>
          <p:nvPr>
            <p:ph idx="7" type="subTitle"/>
          </p:nvPr>
        </p:nvSpPr>
        <p:spPr>
          <a:xfrm>
            <a:off x="5979484" y="1551800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8" name="Google Shape;1028;p21"/>
          <p:cNvSpPr txBox="1"/>
          <p:nvPr>
            <p:ph idx="8" type="subTitle"/>
          </p:nvPr>
        </p:nvSpPr>
        <p:spPr>
          <a:xfrm>
            <a:off x="5979480" y="1888295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22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2"/>
          <p:cNvSpPr txBox="1"/>
          <p:nvPr>
            <p:ph idx="1" type="subTitle"/>
          </p:nvPr>
        </p:nvSpPr>
        <p:spPr>
          <a:xfrm>
            <a:off x="3256861" y="13205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22"/>
          <p:cNvSpPr txBox="1"/>
          <p:nvPr>
            <p:ph idx="2" type="subTitle"/>
          </p:nvPr>
        </p:nvSpPr>
        <p:spPr>
          <a:xfrm>
            <a:off x="3256856" y="17850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22"/>
          <p:cNvSpPr txBox="1"/>
          <p:nvPr>
            <p:ph idx="3" type="subTitle"/>
          </p:nvPr>
        </p:nvSpPr>
        <p:spPr>
          <a:xfrm>
            <a:off x="3256861" y="24359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4" name="Google Shape;1034;p22"/>
          <p:cNvSpPr txBox="1"/>
          <p:nvPr>
            <p:ph idx="4" type="subTitle"/>
          </p:nvPr>
        </p:nvSpPr>
        <p:spPr>
          <a:xfrm>
            <a:off x="3256856" y="29004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5" name="Google Shape;1035;p22"/>
          <p:cNvSpPr txBox="1"/>
          <p:nvPr>
            <p:ph idx="5" type="subTitle"/>
          </p:nvPr>
        </p:nvSpPr>
        <p:spPr>
          <a:xfrm>
            <a:off x="3256861" y="35513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6" name="Google Shape;1036;p22"/>
          <p:cNvSpPr txBox="1"/>
          <p:nvPr>
            <p:ph idx="6" type="subTitle"/>
          </p:nvPr>
        </p:nvSpPr>
        <p:spPr>
          <a:xfrm>
            <a:off x="3256856" y="40158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7" name="Google Shape;1037;p2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038" name="Google Shape;1038;p22"/>
          <p:cNvGrpSpPr/>
          <p:nvPr/>
        </p:nvGrpSpPr>
        <p:grpSpPr>
          <a:xfrm flipH="1">
            <a:off x="-760312" y="4088195"/>
            <a:ext cx="1965289" cy="517060"/>
            <a:chOff x="3539975" y="3523525"/>
            <a:chExt cx="745925" cy="196250"/>
          </a:xfrm>
        </p:grpSpPr>
        <p:sp>
          <p:nvSpPr>
            <p:cNvPr id="1039" name="Google Shape;1039;p2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22"/>
          <p:cNvGrpSpPr/>
          <p:nvPr/>
        </p:nvGrpSpPr>
        <p:grpSpPr>
          <a:xfrm>
            <a:off x="743688" y="1615450"/>
            <a:ext cx="357454" cy="956304"/>
            <a:chOff x="357713" y="600975"/>
            <a:chExt cx="357454" cy="956304"/>
          </a:xfrm>
        </p:grpSpPr>
        <p:sp>
          <p:nvSpPr>
            <p:cNvPr id="1056" name="Google Shape;1056;p2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1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23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23"/>
          <p:cNvSpPr txBox="1"/>
          <p:nvPr>
            <p:ph idx="1" type="subTitle"/>
          </p:nvPr>
        </p:nvSpPr>
        <p:spPr>
          <a:xfrm>
            <a:off x="3358449" y="2462609"/>
            <a:ext cx="247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23"/>
          <p:cNvSpPr txBox="1"/>
          <p:nvPr>
            <p:ph idx="2" type="subTitle"/>
          </p:nvPr>
        </p:nvSpPr>
        <p:spPr>
          <a:xfrm>
            <a:off x="3358449" y="3003259"/>
            <a:ext cx="24744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4" name="Google Shape;1064;p23"/>
          <p:cNvSpPr txBox="1"/>
          <p:nvPr>
            <p:ph idx="3" type="subTitle"/>
          </p:nvPr>
        </p:nvSpPr>
        <p:spPr>
          <a:xfrm>
            <a:off x="5977723" y="2462609"/>
            <a:ext cx="247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23"/>
          <p:cNvSpPr txBox="1"/>
          <p:nvPr>
            <p:ph idx="4" type="subTitle"/>
          </p:nvPr>
        </p:nvSpPr>
        <p:spPr>
          <a:xfrm>
            <a:off x="5977723" y="3003259"/>
            <a:ext cx="24744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6" name="Google Shape;1066;p23"/>
          <p:cNvSpPr txBox="1"/>
          <p:nvPr>
            <p:ph idx="5" type="subTitle"/>
          </p:nvPr>
        </p:nvSpPr>
        <p:spPr>
          <a:xfrm>
            <a:off x="739174" y="2462609"/>
            <a:ext cx="247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7" name="Google Shape;1067;p23"/>
          <p:cNvSpPr txBox="1"/>
          <p:nvPr>
            <p:ph idx="6" type="subTitle"/>
          </p:nvPr>
        </p:nvSpPr>
        <p:spPr>
          <a:xfrm>
            <a:off x="739174" y="3003259"/>
            <a:ext cx="24744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8" name="Google Shape;1068;p23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069" name="Google Shape;1069;p23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>
            <a:off x="-272534" y="3684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oogle Shape;1070;p23"/>
          <p:cNvGrpSpPr/>
          <p:nvPr/>
        </p:nvGrpSpPr>
        <p:grpSpPr>
          <a:xfrm flipH="1">
            <a:off x="6673896" y="4291395"/>
            <a:ext cx="283980" cy="284718"/>
            <a:chOff x="432750" y="3302025"/>
            <a:chExt cx="216911" cy="217475"/>
          </a:xfrm>
        </p:grpSpPr>
        <p:sp>
          <p:nvSpPr>
            <p:cNvPr id="1071" name="Google Shape;1071;p23"/>
            <p:cNvSpPr/>
            <p:nvPr/>
          </p:nvSpPr>
          <p:spPr>
            <a:xfrm>
              <a:off x="435536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3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23"/>
          <p:cNvGrpSpPr/>
          <p:nvPr/>
        </p:nvGrpSpPr>
        <p:grpSpPr>
          <a:xfrm flipH="1">
            <a:off x="-875276" y="4152020"/>
            <a:ext cx="1965289" cy="517060"/>
            <a:chOff x="3539975" y="3523525"/>
            <a:chExt cx="745925" cy="196250"/>
          </a:xfrm>
        </p:grpSpPr>
        <p:sp>
          <p:nvSpPr>
            <p:cNvPr id="1074" name="Google Shape;1074;p2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0" name="Google Shape;1090;p23"/>
          <p:cNvSpPr/>
          <p:nvPr/>
        </p:nvSpPr>
        <p:spPr>
          <a:xfrm flipH="1">
            <a:off x="3358461" y="415662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_1_1_1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24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24"/>
          <p:cNvSpPr txBox="1"/>
          <p:nvPr>
            <p:ph idx="1" type="subTitle"/>
          </p:nvPr>
        </p:nvSpPr>
        <p:spPr>
          <a:xfrm>
            <a:off x="3431104" y="2569860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4" name="Google Shape;1094;p24"/>
          <p:cNvSpPr txBox="1"/>
          <p:nvPr>
            <p:ph idx="2" type="subTitle"/>
          </p:nvPr>
        </p:nvSpPr>
        <p:spPr>
          <a:xfrm>
            <a:off x="3431096" y="3096475"/>
            <a:ext cx="2281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5" name="Google Shape;1095;p24"/>
          <p:cNvSpPr txBox="1"/>
          <p:nvPr>
            <p:ph idx="3" type="subTitle"/>
          </p:nvPr>
        </p:nvSpPr>
        <p:spPr>
          <a:xfrm>
            <a:off x="5846645" y="1960260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6" name="Google Shape;1096;p24"/>
          <p:cNvSpPr txBox="1"/>
          <p:nvPr>
            <p:ph idx="4" type="subTitle"/>
          </p:nvPr>
        </p:nvSpPr>
        <p:spPr>
          <a:xfrm>
            <a:off x="5846637" y="2486875"/>
            <a:ext cx="2281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7" name="Google Shape;1097;p24"/>
          <p:cNvSpPr txBox="1"/>
          <p:nvPr>
            <p:ph idx="5" type="subTitle"/>
          </p:nvPr>
        </p:nvSpPr>
        <p:spPr>
          <a:xfrm>
            <a:off x="1015564" y="3179460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8" name="Google Shape;1098;p24"/>
          <p:cNvSpPr txBox="1"/>
          <p:nvPr>
            <p:ph idx="6" type="subTitle"/>
          </p:nvPr>
        </p:nvSpPr>
        <p:spPr>
          <a:xfrm>
            <a:off x="1015555" y="3706075"/>
            <a:ext cx="2281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9" name="Google Shape;1099;p2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100" name="Google Shape;1100;p24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 flipH="1">
            <a:off x="-1010334" y="40591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1" name="Google Shape;1101;p24"/>
          <p:cNvGrpSpPr/>
          <p:nvPr/>
        </p:nvGrpSpPr>
        <p:grpSpPr>
          <a:xfrm flipH="1">
            <a:off x="8437331" y="1819645"/>
            <a:ext cx="283332" cy="284718"/>
            <a:chOff x="423709" y="3302025"/>
            <a:chExt cx="216416" cy="217475"/>
          </a:xfrm>
        </p:grpSpPr>
        <p:sp>
          <p:nvSpPr>
            <p:cNvPr id="1102" name="Google Shape;1102;p2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4" name="Google Shape;1104;p24"/>
          <p:cNvGrpSpPr/>
          <p:nvPr/>
        </p:nvGrpSpPr>
        <p:grpSpPr>
          <a:xfrm flipH="1">
            <a:off x="-1085251" y="4215195"/>
            <a:ext cx="1965289" cy="517060"/>
            <a:chOff x="3539975" y="3523525"/>
            <a:chExt cx="745925" cy="196250"/>
          </a:xfrm>
        </p:grpSpPr>
        <p:sp>
          <p:nvSpPr>
            <p:cNvPr id="1105" name="Google Shape;1105;p2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1" name="Google Shape;11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470224" y="112152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_1_1_1_1_1"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25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25"/>
          <p:cNvSpPr txBox="1"/>
          <p:nvPr>
            <p:ph idx="1" type="subTitle"/>
          </p:nvPr>
        </p:nvSpPr>
        <p:spPr>
          <a:xfrm flipH="1">
            <a:off x="1015575" y="29180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5" name="Google Shape;1125;p25"/>
          <p:cNvSpPr txBox="1"/>
          <p:nvPr>
            <p:ph idx="2" type="subTitle"/>
          </p:nvPr>
        </p:nvSpPr>
        <p:spPr>
          <a:xfrm>
            <a:off x="3431088" y="3405290"/>
            <a:ext cx="22818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6" name="Google Shape;1126;p25"/>
          <p:cNvSpPr txBox="1"/>
          <p:nvPr>
            <p:ph idx="3" type="subTitle"/>
          </p:nvPr>
        </p:nvSpPr>
        <p:spPr>
          <a:xfrm>
            <a:off x="5846652" y="29180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7" name="Google Shape;1127;p25"/>
          <p:cNvSpPr txBox="1"/>
          <p:nvPr>
            <p:ph idx="4" type="subTitle"/>
          </p:nvPr>
        </p:nvSpPr>
        <p:spPr>
          <a:xfrm>
            <a:off x="5846625" y="3405290"/>
            <a:ext cx="22818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8" name="Google Shape;1128;p25"/>
          <p:cNvSpPr txBox="1"/>
          <p:nvPr>
            <p:ph idx="5" type="subTitle"/>
          </p:nvPr>
        </p:nvSpPr>
        <p:spPr>
          <a:xfrm flipH="1">
            <a:off x="3431114" y="29180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9" name="Google Shape;1129;p25"/>
          <p:cNvSpPr txBox="1"/>
          <p:nvPr>
            <p:ph idx="6" type="subTitle"/>
          </p:nvPr>
        </p:nvSpPr>
        <p:spPr>
          <a:xfrm>
            <a:off x="1015550" y="3405290"/>
            <a:ext cx="22818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25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131" name="Google Shape;1131;p25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>
            <a:off x="-152401" y="37894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2" name="Google Shape;1132;p25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133" name="Google Shape;1133;p25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5" name="Google Shape;1135;p25"/>
          <p:cNvGrpSpPr/>
          <p:nvPr/>
        </p:nvGrpSpPr>
        <p:grpSpPr>
          <a:xfrm>
            <a:off x="357713" y="1134375"/>
            <a:ext cx="357454" cy="956304"/>
            <a:chOff x="357713" y="600975"/>
            <a:chExt cx="357454" cy="956304"/>
          </a:xfrm>
        </p:grpSpPr>
        <p:sp>
          <p:nvSpPr>
            <p:cNvPr id="1136" name="Google Shape;1136;p2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0" name="Google Shape;1140;p25"/>
          <p:cNvGrpSpPr/>
          <p:nvPr/>
        </p:nvGrpSpPr>
        <p:grpSpPr>
          <a:xfrm>
            <a:off x="8262140" y="3875995"/>
            <a:ext cx="1965289" cy="517060"/>
            <a:chOff x="3539975" y="3523525"/>
            <a:chExt cx="745925" cy="196250"/>
          </a:xfrm>
        </p:grpSpPr>
        <p:sp>
          <p:nvSpPr>
            <p:cNvPr id="1141" name="Google Shape;1141;p2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7" name="Google Shape;1157;p25"/>
          <p:cNvSpPr/>
          <p:nvPr/>
        </p:nvSpPr>
        <p:spPr>
          <a:xfrm>
            <a:off x="437788" y="25162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2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26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26"/>
          <p:cNvSpPr txBox="1"/>
          <p:nvPr>
            <p:ph idx="1" type="subTitle"/>
          </p:nvPr>
        </p:nvSpPr>
        <p:spPr>
          <a:xfrm>
            <a:off x="2365650" y="1194563"/>
            <a:ext cx="4412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26"/>
          <p:cNvSpPr txBox="1"/>
          <p:nvPr>
            <p:ph idx="2" type="subTitle"/>
          </p:nvPr>
        </p:nvSpPr>
        <p:spPr>
          <a:xfrm>
            <a:off x="2365650" y="2610875"/>
            <a:ext cx="4412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26"/>
          <p:cNvSpPr txBox="1"/>
          <p:nvPr>
            <p:ph idx="3" type="subTitle"/>
          </p:nvPr>
        </p:nvSpPr>
        <p:spPr>
          <a:xfrm>
            <a:off x="2365650" y="4027188"/>
            <a:ext cx="4412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3" name="Google Shape;1163;p26"/>
          <p:cNvGrpSpPr/>
          <p:nvPr/>
        </p:nvGrpSpPr>
        <p:grpSpPr>
          <a:xfrm flipH="1">
            <a:off x="-760312" y="4088195"/>
            <a:ext cx="1965289" cy="517060"/>
            <a:chOff x="3539975" y="3523525"/>
            <a:chExt cx="745925" cy="196250"/>
          </a:xfrm>
        </p:grpSpPr>
        <p:sp>
          <p:nvSpPr>
            <p:cNvPr id="1164" name="Google Shape;1164;p2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0" name="Google Shape;1180;p26"/>
          <p:cNvGrpSpPr/>
          <p:nvPr/>
        </p:nvGrpSpPr>
        <p:grpSpPr>
          <a:xfrm>
            <a:off x="743688" y="1615450"/>
            <a:ext cx="357454" cy="956304"/>
            <a:chOff x="357713" y="600975"/>
            <a:chExt cx="357454" cy="956304"/>
          </a:xfrm>
        </p:grpSpPr>
        <p:sp>
          <p:nvSpPr>
            <p:cNvPr id="1181" name="Google Shape;1181;p2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5" name="Google Shape;1185;p26"/>
          <p:cNvSpPr txBox="1"/>
          <p:nvPr>
            <p:ph hasCustomPrompt="1" type="title"/>
          </p:nvPr>
        </p:nvSpPr>
        <p:spPr>
          <a:xfrm>
            <a:off x="2365650" y="570312"/>
            <a:ext cx="44127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86" name="Google Shape;1186;p26"/>
          <p:cNvSpPr txBox="1"/>
          <p:nvPr>
            <p:ph hasCustomPrompt="1" idx="4" type="title"/>
          </p:nvPr>
        </p:nvSpPr>
        <p:spPr>
          <a:xfrm>
            <a:off x="2365650" y="1980037"/>
            <a:ext cx="44127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87" name="Google Shape;1187;p26"/>
          <p:cNvSpPr txBox="1"/>
          <p:nvPr>
            <p:ph hasCustomPrompt="1" idx="5" type="title"/>
          </p:nvPr>
        </p:nvSpPr>
        <p:spPr>
          <a:xfrm>
            <a:off x="2365650" y="3389812"/>
            <a:ext cx="44127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1188" name="Google Shape;1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1689" y="-103982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_2_1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27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2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92" name="Google Shape;1192;p27"/>
          <p:cNvSpPr txBox="1"/>
          <p:nvPr>
            <p:ph idx="1" type="subTitle"/>
          </p:nvPr>
        </p:nvSpPr>
        <p:spPr>
          <a:xfrm flipH="1">
            <a:off x="1015575" y="23846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27"/>
          <p:cNvSpPr txBox="1"/>
          <p:nvPr>
            <p:ph idx="2" type="subTitle"/>
          </p:nvPr>
        </p:nvSpPr>
        <p:spPr>
          <a:xfrm>
            <a:off x="3431088" y="2871906"/>
            <a:ext cx="22818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27"/>
          <p:cNvSpPr txBox="1"/>
          <p:nvPr>
            <p:ph idx="3" type="subTitle"/>
          </p:nvPr>
        </p:nvSpPr>
        <p:spPr>
          <a:xfrm>
            <a:off x="5846652" y="23846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27"/>
          <p:cNvSpPr txBox="1"/>
          <p:nvPr>
            <p:ph idx="4" type="subTitle"/>
          </p:nvPr>
        </p:nvSpPr>
        <p:spPr>
          <a:xfrm>
            <a:off x="5846625" y="2871906"/>
            <a:ext cx="22818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27"/>
          <p:cNvSpPr txBox="1"/>
          <p:nvPr>
            <p:ph idx="5" type="subTitle"/>
          </p:nvPr>
        </p:nvSpPr>
        <p:spPr>
          <a:xfrm flipH="1">
            <a:off x="3431114" y="23846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7" name="Google Shape;1197;p27"/>
          <p:cNvSpPr txBox="1"/>
          <p:nvPr>
            <p:ph idx="6" type="subTitle"/>
          </p:nvPr>
        </p:nvSpPr>
        <p:spPr>
          <a:xfrm>
            <a:off x="1015550" y="2871906"/>
            <a:ext cx="22818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8" name="Google Shape;1198;p27"/>
          <p:cNvSpPr txBox="1"/>
          <p:nvPr>
            <p:ph hasCustomPrompt="1" idx="7" type="title"/>
          </p:nvPr>
        </p:nvSpPr>
        <p:spPr>
          <a:xfrm>
            <a:off x="1015550" y="1731675"/>
            <a:ext cx="22818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99" name="Google Shape;1199;p27"/>
          <p:cNvSpPr txBox="1"/>
          <p:nvPr>
            <p:ph hasCustomPrompt="1" idx="8" type="title"/>
          </p:nvPr>
        </p:nvSpPr>
        <p:spPr>
          <a:xfrm>
            <a:off x="3431100" y="1735500"/>
            <a:ext cx="22818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200" name="Google Shape;1200;p27"/>
          <p:cNvSpPr txBox="1"/>
          <p:nvPr>
            <p:ph hasCustomPrompt="1" idx="9" type="title"/>
          </p:nvPr>
        </p:nvSpPr>
        <p:spPr>
          <a:xfrm>
            <a:off x="5846650" y="1731513"/>
            <a:ext cx="22818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1201" name="Google Shape;1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27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203" name="Google Shape;1203;p2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9" name="Google Shape;1219;p27"/>
          <p:cNvSpPr/>
          <p:nvPr/>
        </p:nvSpPr>
        <p:spPr>
          <a:xfrm>
            <a:off x="258688" y="22578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1_1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28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28"/>
          <p:cNvSpPr txBox="1"/>
          <p:nvPr>
            <p:ph hasCustomPrompt="1" type="title"/>
          </p:nvPr>
        </p:nvSpPr>
        <p:spPr>
          <a:xfrm>
            <a:off x="1694250" y="2876163"/>
            <a:ext cx="5755500" cy="98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3" name="Google Shape;1223;p28"/>
          <p:cNvSpPr txBox="1"/>
          <p:nvPr>
            <p:ph idx="1" type="subTitle"/>
          </p:nvPr>
        </p:nvSpPr>
        <p:spPr>
          <a:xfrm>
            <a:off x="1694250" y="2215382"/>
            <a:ext cx="5755500" cy="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24" name="Google Shape;1224;p28"/>
          <p:cNvGrpSpPr/>
          <p:nvPr/>
        </p:nvGrpSpPr>
        <p:grpSpPr>
          <a:xfrm flipH="1">
            <a:off x="-577263" y="3979395"/>
            <a:ext cx="1965289" cy="517060"/>
            <a:chOff x="3539975" y="3523525"/>
            <a:chExt cx="745925" cy="196250"/>
          </a:xfrm>
        </p:grpSpPr>
        <p:sp>
          <p:nvSpPr>
            <p:cNvPr id="1225" name="Google Shape;1225;p2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1" name="Google Shape;1241;p28"/>
          <p:cNvSpPr txBox="1"/>
          <p:nvPr>
            <p:ph hasCustomPrompt="1" idx="2" type="title"/>
          </p:nvPr>
        </p:nvSpPr>
        <p:spPr>
          <a:xfrm>
            <a:off x="1694250" y="1082500"/>
            <a:ext cx="5755500" cy="98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2" name="Google Shape;1242;p28"/>
          <p:cNvSpPr txBox="1"/>
          <p:nvPr>
            <p:ph idx="3" type="subTitle"/>
          </p:nvPr>
        </p:nvSpPr>
        <p:spPr>
          <a:xfrm>
            <a:off x="1694250" y="4008699"/>
            <a:ext cx="5755500" cy="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_1_2_1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29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29"/>
          <p:cNvSpPr txBox="1"/>
          <p:nvPr>
            <p:ph idx="1" type="subTitle"/>
          </p:nvPr>
        </p:nvSpPr>
        <p:spPr>
          <a:xfrm>
            <a:off x="4836309" y="1844780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6" name="Google Shape;1246;p29"/>
          <p:cNvSpPr txBox="1"/>
          <p:nvPr>
            <p:ph idx="2" type="subTitle"/>
          </p:nvPr>
        </p:nvSpPr>
        <p:spPr>
          <a:xfrm>
            <a:off x="4836300" y="2197450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7" name="Google Shape;1247;p29"/>
          <p:cNvSpPr txBox="1"/>
          <p:nvPr>
            <p:ph idx="3" type="subTitle"/>
          </p:nvPr>
        </p:nvSpPr>
        <p:spPr>
          <a:xfrm>
            <a:off x="4836305" y="2833230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8" name="Google Shape;1248;p29"/>
          <p:cNvSpPr txBox="1"/>
          <p:nvPr>
            <p:ph idx="4" type="subTitle"/>
          </p:nvPr>
        </p:nvSpPr>
        <p:spPr>
          <a:xfrm>
            <a:off x="4836303" y="3185900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9" name="Google Shape;1249;p29"/>
          <p:cNvSpPr txBox="1"/>
          <p:nvPr>
            <p:ph idx="5" type="subTitle"/>
          </p:nvPr>
        </p:nvSpPr>
        <p:spPr>
          <a:xfrm>
            <a:off x="1167897" y="1350555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0" name="Google Shape;1250;p29"/>
          <p:cNvSpPr txBox="1"/>
          <p:nvPr>
            <p:ph idx="6" type="subTitle"/>
          </p:nvPr>
        </p:nvSpPr>
        <p:spPr>
          <a:xfrm>
            <a:off x="1167902" y="170322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1" name="Google Shape;1251;p2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52" name="Google Shape;1252;p29"/>
          <p:cNvSpPr txBox="1"/>
          <p:nvPr>
            <p:ph idx="7" type="subTitle"/>
          </p:nvPr>
        </p:nvSpPr>
        <p:spPr>
          <a:xfrm>
            <a:off x="1167909" y="3327455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p29"/>
          <p:cNvSpPr txBox="1"/>
          <p:nvPr>
            <p:ph idx="8" type="subTitle"/>
          </p:nvPr>
        </p:nvSpPr>
        <p:spPr>
          <a:xfrm>
            <a:off x="1167900" y="368012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4" name="Google Shape;1254;p29"/>
          <p:cNvSpPr txBox="1"/>
          <p:nvPr>
            <p:ph idx="9" type="subTitle"/>
          </p:nvPr>
        </p:nvSpPr>
        <p:spPr>
          <a:xfrm>
            <a:off x="1167897" y="2339005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5" name="Google Shape;1255;p29"/>
          <p:cNvSpPr txBox="1"/>
          <p:nvPr>
            <p:ph idx="13" type="subTitle"/>
          </p:nvPr>
        </p:nvSpPr>
        <p:spPr>
          <a:xfrm>
            <a:off x="1167902" y="269167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6" name="Google Shape;1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7" name="Google Shape;1257;p29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258" name="Google Shape;1258;p29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0" name="Google Shape;1260;p29"/>
          <p:cNvGrpSpPr/>
          <p:nvPr/>
        </p:nvGrpSpPr>
        <p:grpSpPr>
          <a:xfrm>
            <a:off x="357713" y="1058175"/>
            <a:ext cx="357454" cy="956304"/>
            <a:chOff x="357713" y="600975"/>
            <a:chExt cx="357454" cy="956304"/>
          </a:xfrm>
        </p:grpSpPr>
        <p:sp>
          <p:nvSpPr>
            <p:cNvPr id="1261" name="Google Shape;1261;p29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5" name="Google Shape;1265;p29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266" name="Google Shape;1266;p2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2" name="Google Shape;1282;p29"/>
          <p:cNvSpPr/>
          <p:nvPr/>
        </p:nvSpPr>
        <p:spPr>
          <a:xfrm>
            <a:off x="258688" y="26388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1_1_2_1_1"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30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30"/>
          <p:cNvSpPr txBox="1"/>
          <p:nvPr>
            <p:ph idx="1" type="subTitle"/>
          </p:nvPr>
        </p:nvSpPr>
        <p:spPr>
          <a:xfrm flipH="1">
            <a:off x="6591267" y="164142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6" name="Google Shape;1286;p30"/>
          <p:cNvSpPr txBox="1"/>
          <p:nvPr>
            <p:ph idx="2" type="subTitle"/>
          </p:nvPr>
        </p:nvSpPr>
        <p:spPr>
          <a:xfrm flipH="1">
            <a:off x="6591274" y="210587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7" name="Google Shape;1287;p30"/>
          <p:cNvSpPr txBox="1"/>
          <p:nvPr>
            <p:ph idx="3" type="subTitle"/>
          </p:nvPr>
        </p:nvSpPr>
        <p:spPr>
          <a:xfrm flipH="1">
            <a:off x="971843" y="164142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8" name="Google Shape;1288;p30"/>
          <p:cNvSpPr txBox="1"/>
          <p:nvPr>
            <p:ph idx="4" type="subTitle"/>
          </p:nvPr>
        </p:nvSpPr>
        <p:spPr>
          <a:xfrm flipH="1">
            <a:off x="971849" y="210587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30"/>
          <p:cNvSpPr txBox="1"/>
          <p:nvPr>
            <p:ph idx="5" type="subTitle"/>
          </p:nvPr>
        </p:nvSpPr>
        <p:spPr>
          <a:xfrm>
            <a:off x="3781555" y="164142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0" name="Google Shape;1290;p30"/>
          <p:cNvSpPr txBox="1"/>
          <p:nvPr>
            <p:ph idx="6" type="subTitle"/>
          </p:nvPr>
        </p:nvSpPr>
        <p:spPr>
          <a:xfrm>
            <a:off x="3781562" y="210587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1" name="Google Shape;1291;p30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92" name="Google Shape;1292;p30"/>
          <p:cNvSpPr txBox="1"/>
          <p:nvPr>
            <p:ph idx="7" type="subTitle"/>
          </p:nvPr>
        </p:nvSpPr>
        <p:spPr>
          <a:xfrm>
            <a:off x="5186411" y="285847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3" name="Google Shape;1293;p30"/>
          <p:cNvSpPr txBox="1"/>
          <p:nvPr>
            <p:ph idx="8" type="subTitle"/>
          </p:nvPr>
        </p:nvSpPr>
        <p:spPr>
          <a:xfrm>
            <a:off x="5186418" y="332292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4" name="Google Shape;1294;p30"/>
          <p:cNvSpPr txBox="1"/>
          <p:nvPr>
            <p:ph idx="9" type="subTitle"/>
          </p:nvPr>
        </p:nvSpPr>
        <p:spPr>
          <a:xfrm>
            <a:off x="2376699" y="285847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5" name="Google Shape;1295;p30"/>
          <p:cNvSpPr txBox="1"/>
          <p:nvPr>
            <p:ph idx="13" type="subTitle"/>
          </p:nvPr>
        </p:nvSpPr>
        <p:spPr>
          <a:xfrm>
            <a:off x="2376705" y="332292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96" name="Google Shape;12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762901" y="3752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7" name="Google Shape;1297;p30"/>
          <p:cNvGrpSpPr/>
          <p:nvPr/>
        </p:nvGrpSpPr>
        <p:grpSpPr>
          <a:xfrm flipH="1" rot="10800000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298" name="Google Shape;1298;p30"/>
            <p:cNvSpPr/>
            <p:nvPr/>
          </p:nvSpPr>
          <p:spPr>
            <a:xfrm>
              <a:off x="435041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0" name="Google Shape;1300;p30"/>
          <p:cNvGrpSpPr/>
          <p:nvPr/>
        </p:nvGrpSpPr>
        <p:grpSpPr>
          <a:xfrm flipH="1" rot="10800000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301" name="Google Shape;1301;p3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30"/>
          <p:cNvGrpSpPr/>
          <p:nvPr/>
        </p:nvGrpSpPr>
        <p:grpSpPr>
          <a:xfrm>
            <a:off x="8013814" y="-799203"/>
            <a:ext cx="2019176" cy="2019176"/>
            <a:chOff x="1943325" y="-220375"/>
            <a:chExt cx="1298672" cy="1298672"/>
          </a:xfrm>
        </p:grpSpPr>
        <p:sp>
          <p:nvSpPr>
            <p:cNvPr id="1306" name="Google Shape;1306;p3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7743940" y="3454070"/>
            <a:ext cx="1965289" cy="517060"/>
            <a:chOff x="3539975" y="3523525"/>
            <a:chExt cx="745925" cy="196250"/>
          </a:xfrm>
        </p:grpSpPr>
        <p:sp>
          <p:nvSpPr>
            <p:cNvPr id="1355" name="Google Shape;1355;p30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2"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31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31"/>
          <p:cNvSpPr txBox="1"/>
          <p:nvPr>
            <p:ph idx="1" type="subTitle"/>
          </p:nvPr>
        </p:nvSpPr>
        <p:spPr>
          <a:xfrm>
            <a:off x="3438593" y="148902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4" name="Google Shape;1374;p31"/>
          <p:cNvSpPr txBox="1"/>
          <p:nvPr>
            <p:ph idx="2" type="subTitle"/>
          </p:nvPr>
        </p:nvSpPr>
        <p:spPr>
          <a:xfrm>
            <a:off x="3438584" y="19534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5" name="Google Shape;1375;p31"/>
          <p:cNvSpPr txBox="1"/>
          <p:nvPr>
            <p:ph idx="3" type="subTitle"/>
          </p:nvPr>
        </p:nvSpPr>
        <p:spPr>
          <a:xfrm>
            <a:off x="5905480" y="148902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6" name="Google Shape;1376;p31"/>
          <p:cNvSpPr txBox="1"/>
          <p:nvPr>
            <p:ph idx="4" type="subTitle"/>
          </p:nvPr>
        </p:nvSpPr>
        <p:spPr>
          <a:xfrm>
            <a:off x="5905472" y="19534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7" name="Google Shape;1377;p31"/>
          <p:cNvSpPr txBox="1"/>
          <p:nvPr>
            <p:ph idx="5" type="subTitle"/>
          </p:nvPr>
        </p:nvSpPr>
        <p:spPr>
          <a:xfrm>
            <a:off x="971706" y="148902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8" name="Google Shape;1378;p31"/>
          <p:cNvSpPr txBox="1"/>
          <p:nvPr>
            <p:ph idx="6" type="subTitle"/>
          </p:nvPr>
        </p:nvSpPr>
        <p:spPr>
          <a:xfrm>
            <a:off x="971697" y="19534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9" name="Google Shape;1379;p31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380" name="Google Shape;1380;p31"/>
          <p:cNvSpPr txBox="1"/>
          <p:nvPr>
            <p:ph idx="7" type="subTitle"/>
          </p:nvPr>
        </p:nvSpPr>
        <p:spPr>
          <a:xfrm>
            <a:off x="3438616" y="2934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1" name="Google Shape;1381;p31"/>
          <p:cNvSpPr txBox="1"/>
          <p:nvPr>
            <p:ph idx="8" type="subTitle"/>
          </p:nvPr>
        </p:nvSpPr>
        <p:spPr>
          <a:xfrm>
            <a:off x="3438607" y="339912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31"/>
          <p:cNvSpPr txBox="1"/>
          <p:nvPr>
            <p:ph idx="9" type="subTitle"/>
          </p:nvPr>
        </p:nvSpPr>
        <p:spPr>
          <a:xfrm>
            <a:off x="5905503" y="2934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3" name="Google Shape;1383;p31"/>
          <p:cNvSpPr txBox="1"/>
          <p:nvPr>
            <p:ph idx="13" type="subTitle"/>
          </p:nvPr>
        </p:nvSpPr>
        <p:spPr>
          <a:xfrm>
            <a:off x="5905495" y="339912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31"/>
          <p:cNvSpPr txBox="1"/>
          <p:nvPr>
            <p:ph idx="14" type="subTitle"/>
          </p:nvPr>
        </p:nvSpPr>
        <p:spPr>
          <a:xfrm>
            <a:off x="971729" y="2934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5" name="Google Shape;1385;p31"/>
          <p:cNvSpPr txBox="1"/>
          <p:nvPr>
            <p:ph idx="15" type="subTitle"/>
          </p:nvPr>
        </p:nvSpPr>
        <p:spPr>
          <a:xfrm>
            <a:off x="971720" y="339912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6" name="Google Shape;13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7" name="Google Shape;1387;p31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388" name="Google Shape;1388;p3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0" name="Google Shape;1390;p31"/>
          <p:cNvGrpSpPr/>
          <p:nvPr/>
        </p:nvGrpSpPr>
        <p:grpSpPr>
          <a:xfrm>
            <a:off x="357713" y="1058175"/>
            <a:ext cx="357454" cy="956304"/>
            <a:chOff x="357713" y="600975"/>
            <a:chExt cx="357454" cy="956304"/>
          </a:xfrm>
        </p:grpSpPr>
        <p:sp>
          <p:nvSpPr>
            <p:cNvPr id="1391" name="Google Shape;1391;p3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5" name="Google Shape;1395;p31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396" name="Google Shape;1396;p3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2" name="Google Shape;1412;p31"/>
          <p:cNvSpPr/>
          <p:nvPr/>
        </p:nvSpPr>
        <p:spPr>
          <a:xfrm>
            <a:off x="258688" y="26388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32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32"/>
          <p:cNvSpPr txBox="1"/>
          <p:nvPr>
            <p:ph type="title"/>
          </p:nvPr>
        </p:nvSpPr>
        <p:spPr>
          <a:xfrm>
            <a:off x="5880200" y="1545007"/>
            <a:ext cx="25482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416" name="Google Shape;1416;p32"/>
          <p:cNvSpPr txBox="1"/>
          <p:nvPr>
            <p:ph idx="1" type="subTitle"/>
          </p:nvPr>
        </p:nvSpPr>
        <p:spPr>
          <a:xfrm>
            <a:off x="4572000" y="2466700"/>
            <a:ext cx="3856200" cy="12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7" name="Google Shape;14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026" y="-1108430"/>
            <a:ext cx="2733675" cy="28999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8" name="Google Shape;1418;p32"/>
          <p:cNvGrpSpPr/>
          <p:nvPr/>
        </p:nvGrpSpPr>
        <p:grpSpPr>
          <a:xfrm>
            <a:off x="4093457" y="3925450"/>
            <a:ext cx="1039906" cy="679800"/>
            <a:chOff x="4082325" y="3790650"/>
            <a:chExt cx="1039906" cy="679800"/>
          </a:xfrm>
        </p:grpSpPr>
        <p:sp>
          <p:nvSpPr>
            <p:cNvPr id="1419" name="Google Shape;1419;p32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2" name="Google Shape;1422;p32"/>
          <p:cNvGrpSpPr/>
          <p:nvPr/>
        </p:nvGrpSpPr>
        <p:grpSpPr>
          <a:xfrm>
            <a:off x="7538846" y="4021496"/>
            <a:ext cx="793256" cy="182899"/>
            <a:chOff x="2685575" y="2835950"/>
            <a:chExt cx="433000" cy="99825"/>
          </a:xfrm>
        </p:grpSpPr>
        <p:sp>
          <p:nvSpPr>
            <p:cNvPr id="1423" name="Google Shape;1423;p32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7" name="Google Shape;1427;p32"/>
          <p:cNvGrpSpPr/>
          <p:nvPr/>
        </p:nvGrpSpPr>
        <p:grpSpPr>
          <a:xfrm>
            <a:off x="6492952" y="563770"/>
            <a:ext cx="1965289" cy="517060"/>
            <a:chOff x="3539975" y="3523525"/>
            <a:chExt cx="745925" cy="196250"/>
          </a:xfrm>
        </p:grpSpPr>
        <p:sp>
          <p:nvSpPr>
            <p:cNvPr id="1428" name="Google Shape;1428;p3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4" name="Google Shape;1444;p32"/>
          <p:cNvSpPr/>
          <p:nvPr/>
        </p:nvSpPr>
        <p:spPr>
          <a:xfrm>
            <a:off x="6088025" y="39882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2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33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33"/>
          <p:cNvSpPr txBox="1"/>
          <p:nvPr>
            <p:ph type="title"/>
          </p:nvPr>
        </p:nvSpPr>
        <p:spPr>
          <a:xfrm>
            <a:off x="4963975" y="1838875"/>
            <a:ext cx="33963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448" name="Google Shape;1448;p33"/>
          <p:cNvSpPr txBox="1"/>
          <p:nvPr>
            <p:ph idx="1" type="subTitle"/>
          </p:nvPr>
        </p:nvSpPr>
        <p:spPr>
          <a:xfrm>
            <a:off x="4963950" y="2332050"/>
            <a:ext cx="33963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9" name="Google Shape;1449;p33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50" name="Google Shape;1450;p33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2" name="Google Shape;1452;p33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453" name="Google Shape;1453;p33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7" name="Google Shape;1457;p33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1458" name="Google Shape;1458;p33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2" name="Google Shape;1462;p33"/>
          <p:cNvGrpSpPr/>
          <p:nvPr/>
        </p:nvGrpSpPr>
        <p:grpSpPr>
          <a:xfrm>
            <a:off x="1587414" y="-1495728"/>
            <a:ext cx="2019176" cy="2019176"/>
            <a:chOff x="1943325" y="-220375"/>
            <a:chExt cx="1298672" cy="1298672"/>
          </a:xfrm>
        </p:grpSpPr>
        <p:sp>
          <p:nvSpPr>
            <p:cNvPr id="1463" name="Google Shape;1463;p33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1" name="Google Shape;1511;p33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1512" name="Google Shape;1512;p3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8" name="Google Shape;1528;p33"/>
          <p:cNvSpPr/>
          <p:nvPr/>
        </p:nvSpPr>
        <p:spPr>
          <a:xfrm rot="-5400000">
            <a:off x="6334322" y="335567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33"/>
          <p:cNvSpPr/>
          <p:nvPr/>
        </p:nvSpPr>
        <p:spPr>
          <a:xfrm>
            <a:off x="4572000" y="405096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0" name="Google Shape;15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914" y="-963850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1" name="Google Shape;1531;p33"/>
          <p:cNvGrpSpPr/>
          <p:nvPr/>
        </p:nvGrpSpPr>
        <p:grpSpPr>
          <a:xfrm rot="10800000">
            <a:off x="-1284662" y="4546071"/>
            <a:ext cx="3952129" cy="3175881"/>
            <a:chOff x="5256209" y="-1994879"/>
            <a:chExt cx="3952129" cy="3175881"/>
          </a:xfrm>
        </p:grpSpPr>
        <p:sp>
          <p:nvSpPr>
            <p:cNvPr id="1532" name="Google Shape;1532;p33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2_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34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34"/>
          <p:cNvSpPr txBox="1"/>
          <p:nvPr>
            <p:ph type="title"/>
          </p:nvPr>
        </p:nvSpPr>
        <p:spPr>
          <a:xfrm>
            <a:off x="783900" y="1838875"/>
            <a:ext cx="33960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537" name="Google Shape;1537;p34"/>
          <p:cNvSpPr txBox="1"/>
          <p:nvPr>
            <p:ph idx="1" type="subTitle"/>
          </p:nvPr>
        </p:nvSpPr>
        <p:spPr>
          <a:xfrm>
            <a:off x="784010" y="2332050"/>
            <a:ext cx="33960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38" name="Google Shape;1538;p34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 flipH="1" rot="10800000">
            <a:off x="-731476" y="-1253478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9" name="Google Shape;1539;p34"/>
          <p:cNvGrpSpPr/>
          <p:nvPr/>
        </p:nvGrpSpPr>
        <p:grpSpPr>
          <a:xfrm flipH="1" rot="10800000">
            <a:off x="391864" y="1215484"/>
            <a:ext cx="289170" cy="284718"/>
            <a:chOff x="426000" y="3302025"/>
            <a:chExt cx="220875" cy="217475"/>
          </a:xfrm>
        </p:grpSpPr>
        <p:sp>
          <p:nvSpPr>
            <p:cNvPr id="1540" name="Google Shape;1540;p3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2" name="Google Shape;1542;p34"/>
          <p:cNvGrpSpPr/>
          <p:nvPr/>
        </p:nvGrpSpPr>
        <p:grpSpPr>
          <a:xfrm flipH="1" rot="10800000">
            <a:off x="357713" y="3564393"/>
            <a:ext cx="357454" cy="956304"/>
            <a:chOff x="357713" y="600975"/>
            <a:chExt cx="357454" cy="956304"/>
          </a:xfrm>
        </p:grpSpPr>
        <p:sp>
          <p:nvSpPr>
            <p:cNvPr id="1543" name="Google Shape;1543;p3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7" name="Google Shape;1547;p34"/>
          <p:cNvGrpSpPr/>
          <p:nvPr/>
        </p:nvGrpSpPr>
        <p:grpSpPr>
          <a:xfrm flipH="1" rot="10800000">
            <a:off x="5258308" y="4520702"/>
            <a:ext cx="793256" cy="182899"/>
            <a:chOff x="2685575" y="2835950"/>
            <a:chExt cx="433000" cy="99825"/>
          </a:xfrm>
        </p:grpSpPr>
        <p:sp>
          <p:nvSpPr>
            <p:cNvPr id="1548" name="Google Shape;1548;p34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2" name="Google Shape;1552;p34"/>
          <p:cNvGrpSpPr/>
          <p:nvPr/>
        </p:nvGrpSpPr>
        <p:grpSpPr>
          <a:xfrm flipH="1" rot="10800000">
            <a:off x="1363114" y="3961574"/>
            <a:ext cx="2019176" cy="2019176"/>
            <a:chOff x="1943325" y="-220375"/>
            <a:chExt cx="1298672" cy="1298672"/>
          </a:xfrm>
        </p:grpSpPr>
        <p:sp>
          <p:nvSpPr>
            <p:cNvPr id="1553" name="Google Shape;1553;p34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1" name="Google Shape;1601;p34"/>
          <p:cNvGrpSpPr/>
          <p:nvPr/>
        </p:nvGrpSpPr>
        <p:grpSpPr>
          <a:xfrm flipH="1" rot="10800000">
            <a:off x="8366565" y="1480192"/>
            <a:ext cx="1965289" cy="517060"/>
            <a:chOff x="3539975" y="3523525"/>
            <a:chExt cx="745925" cy="196250"/>
          </a:xfrm>
        </p:grpSpPr>
        <p:sp>
          <p:nvSpPr>
            <p:cNvPr id="1602" name="Google Shape;1602;p3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8" name="Google Shape;1618;p34"/>
          <p:cNvSpPr/>
          <p:nvPr/>
        </p:nvSpPr>
        <p:spPr>
          <a:xfrm flipH="1" rot="10800000">
            <a:off x="3819050" y="3824417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2_1_1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0" name="Google Shape;1620;p35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35"/>
          <p:cNvSpPr txBox="1"/>
          <p:nvPr>
            <p:ph type="title"/>
          </p:nvPr>
        </p:nvSpPr>
        <p:spPr>
          <a:xfrm>
            <a:off x="713750" y="1225788"/>
            <a:ext cx="33672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622" name="Google Shape;1622;p35"/>
          <p:cNvSpPr txBox="1"/>
          <p:nvPr>
            <p:ph idx="1" type="subTitle"/>
          </p:nvPr>
        </p:nvSpPr>
        <p:spPr>
          <a:xfrm>
            <a:off x="713875" y="3105588"/>
            <a:ext cx="38565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23" name="Google Shape;1623;p35"/>
          <p:cNvGrpSpPr/>
          <p:nvPr/>
        </p:nvGrpSpPr>
        <p:grpSpPr>
          <a:xfrm flipH="1">
            <a:off x="-495776" y="4383620"/>
            <a:ext cx="1965289" cy="517060"/>
            <a:chOff x="3539975" y="3523525"/>
            <a:chExt cx="745925" cy="196250"/>
          </a:xfrm>
        </p:grpSpPr>
        <p:sp>
          <p:nvSpPr>
            <p:cNvPr id="1624" name="Google Shape;1624;p3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40" name="Google Shape;16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936799" y="-1543012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2_1_1_1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Google Shape;1642;p36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36"/>
          <p:cNvSpPr txBox="1"/>
          <p:nvPr>
            <p:ph idx="1" type="subTitle"/>
          </p:nvPr>
        </p:nvSpPr>
        <p:spPr>
          <a:xfrm>
            <a:off x="5071875" y="2238850"/>
            <a:ext cx="32883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4" name="Google Shape;1644;p3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645" name="Google Shape;1645;p36"/>
          <p:cNvGrpSpPr/>
          <p:nvPr/>
        </p:nvGrpSpPr>
        <p:grpSpPr>
          <a:xfrm flipH="1" rot="10800000">
            <a:off x="391864" y="1596484"/>
            <a:ext cx="289170" cy="284718"/>
            <a:chOff x="426000" y="3302025"/>
            <a:chExt cx="220875" cy="217475"/>
          </a:xfrm>
        </p:grpSpPr>
        <p:sp>
          <p:nvSpPr>
            <p:cNvPr id="1646" name="Google Shape;1646;p3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6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8" name="Google Shape;1648;p36"/>
          <p:cNvGrpSpPr/>
          <p:nvPr/>
        </p:nvGrpSpPr>
        <p:grpSpPr>
          <a:xfrm flipH="1" rot="10800000">
            <a:off x="357713" y="3564393"/>
            <a:ext cx="357454" cy="956304"/>
            <a:chOff x="357713" y="600975"/>
            <a:chExt cx="357454" cy="956304"/>
          </a:xfrm>
        </p:grpSpPr>
        <p:sp>
          <p:nvSpPr>
            <p:cNvPr id="1649" name="Google Shape;1649;p3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3" name="Google Shape;1653;p36"/>
          <p:cNvGrpSpPr/>
          <p:nvPr/>
        </p:nvGrpSpPr>
        <p:grpSpPr>
          <a:xfrm flipH="1" rot="10800000">
            <a:off x="2065283" y="4732777"/>
            <a:ext cx="793256" cy="182899"/>
            <a:chOff x="2685575" y="2835950"/>
            <a:chExt cx="433000" cy="99825"/>
          </a:xfrm>
        </p:grpSpPr>
        <p:sp>
          <p:nvSpPr>
            <p:cNvPr id="1654" name="Google Shape;1654;p3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8" name="Google Shape;1658;p36"/>
          <p:cNvGrpSpPr/>
          <p:nvPr/>
        </p:nvGrpSpPr>
        <p:grpSpPr>
          <a:xfrm flipH="1" rot="10800000">
            <a:off x="4571989" y="4152949"/>
            <a:ext cx="2019176" cy="2019176"/>
            <a:chOff x="1943325" y="-220375"/>
            <a:chExt cx="1298672" cy="1298672"/>
          </a:xfrm>
        </p:grpSpPr>
        <p:sp>
          <p:nvSpPr>
            <p:cNvPr id="1659" name="Google Shape;1659;p36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6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6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6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6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6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6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6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6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6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6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6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6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6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6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6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6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6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6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6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6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6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6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6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6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6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6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6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6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6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6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6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6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6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6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6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6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6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6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6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6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6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6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6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6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6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6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6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7" name="Google Shape;1707;p36"/>
          <p:cNvGrpSpPr/>
          <p:nvPr/>
        </p:nvGrpSpPr>
        <p:grpSpPr>
          <a:xfrm flipH="1" rot="10800000">
            <a:off x="7601640" y="490017"/>
            <a:ext cx="1965289" cy="517060"/>
            <a:chOff x="3539975" y="3523525"/>
            <a:chExt cx="745925" cy="196250"/>
          </a:xfrm>
        </p:grpSpPr>
        <p:sp>
          <p:nvSpPr>
            <p:cNvPr id="1708" name="Google Shape;1708;p3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4" name="Google Shape;1724;p36"/>
          <p:cNvPicPr preferRelativeResize="0"/>
          <p:nvPr/>
        </p:nvPicPr>
        <p:blipFill rotWithShape="1">
          <a:blip r:embed="rId3">
            <a:alphaModFix/>
          </a:blip>
          <a:srcRect b="-1770" l="0" r="38199" t="1770"/>
          <a:stretch/>
        </p:blipFill>
        <p:spPr>
          <a:xfrm flipH="1" rot="10800000">
            <a:off x="7676541" y="3065075"/>
            <a:ext cx="6276551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_2_1_1_1_1"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37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37"/>
          <p:cNvSpPr txBox="1"/>
          <p:nvPr>
            <p:ph idx="1" type="subTitle"/>
          </p:nvPr>
        </p:nvSpPr>
        <p:spPr>
          <a:xfrm>
            <a:off x="4045548" y="1648529"/>
            <a:ext cx="3867600" cy="20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8" name="Google Shape;1728;p3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729" name="Google Shape;1729;p37"/>
          <p:cNvSpPr txBox="1"/>
          <p:nvPr>
            <p:ph idx="2" type="subTitle"/>
          </p:nvPr>
        </p:nvSpPr>
        <p:spPr>
          <a:xfrm>
            <a:off x="1592525" y="2303425"/>
            <a:ext cx="24531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30" name="Google Shape;1730;p37"/>
          <p:cNvGrpSpPr/>
          <p:nvPr/>
        </p:nvGrpSpPr>
        <p:grpSpPr>
          <a:xfrm>
            <a:off x="8147051" y="2303422"/>
            <a:ext cx="2019176" cy="2019176"/>
            <a:chOff x="1943325" y="-220375"/>
            <a:chExt cx="1298672" cy="1298672"/>
          </a:xfrm>
        </p:grpSpPr>
        <p:sp>
          <p:nvSpPr>
            <p:cNvPr id="1731" name="Google Shape;1731;p3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9" name="Google Shape;1779;p37"/>
          <p:cNvGrpSpPr/>
          <p:nvPr/>
        </p:nvGrpSpPr>
        <p:grpSpPr>
          <a:xfrm>
            <a:off x="1571802" y="4088183"/>
            <a:ext cx="1965289" cy="517060"/>
            <a:chOff x="3539975" y="3523525"/>
            <a:chExt cx="745925" cy="196250"/>
          </a:xfrm>
        </p:grpSpPr>
        <p:sp>
          <p:nvSpPr>
            <p:cNvPr id="1780" name="Google Shape;1780;p3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6" name="Google Shape;1796;p37"/>
          <p:cNvGrpSpPr/>
          <p:nvPr/>
        </p:nvGrpSpPr>
        <p:grpSpPr>
          <a:xfrm flipH="1" rot="-5400000">
            <a:off x="-2692775" y="2018671"/>
            <a:ext cx="4000413" cy="3175881"/>
            <a:chOff x="5207925" y="-1994879"/>
            <a:chExt cx="4000413" cy="3175881"/>
          </a:xfrm>
        </p:grpSpPr>
        <p:sp>
          <p:nvSpPr>
            <p:cNvPr id="1797" name="Google Shape;1797;p37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0" name="Google Shape;1800;p37"/>
          <p:cNvGrpSpPr/>
          <p:nvPr/>
        </p:nvGrpSpPr>
        <p:grpSpPr>
          <a:xfrm>
            <a:off x="5255192" y="4184363"/>
            <a:ext cx="1039906" cy="679800"/>
            <a:chOff x="4082325" y="3790650"/>
            <a:chExt cx="1039906" cy="679800"/>
          </a:xfrm>
        </p:grpSpPr>
        <p:sp>
          <p:nvSpPr>
            <p:cNvPr id="1801" name="Google Shape;1801;p37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_2_1_1_1_1_1"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5" name="Google Shape;1805;p38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38"/>
          <p:cNvSpPr txBox="1"/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807" name="Google Shape;1807;p38"/>
          <p:cNvGrpSpPr/>
          <p:nvPr/>
        </p:nvGrpSpPr>
        <p:grpSpPr>
          <a:xfrm>
            <a:off x="1364665" y="639534"/>
            <a:ext cx="1965289" cy="517060"/>
            <a:chOff x="3539975" y="3523525"/>
            <a:chExt cx="745925" cy="196250"/>
          </a:xfrm>
        </p:grpSpPr>
        <p:sp>
          <p:nvSpPr>
            <p:cNvPr id="1808" name="Google Shape;1808;p3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24" name="Google Shape;18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1200" y="3499563"/>
            <a:ext cx="7194375" cy="20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5" name="Google Shape;1825;p38"/>
          <p:cNvGrpSpPr/>
          <p:nvPr/>
        </p:nvGrpSpPr>
        <p:grpSpPr>
          <a:xfrm>
            <a:off x="8063763" y="2173397"/>
            <a:ext cx="357454" cy="956304"/>
            <a:chOff x="357713" y="600975"/>
            <a:chExt cx="357454" cy="956304"/>
          </a:xfrm>
        </p:grpSpPr>
        <p:sp>
          <p:nvSpPr>
            <p:cNvPr id="1826" name="Google Shape;1826;p3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0" name="Google Shape;1830;p38"/>
          <p:cNvSpPr/>
          <p:nvPr/>
        </p:nvSpPr>
        <p:spPr>
          <a:xfrm flipH="1">
            <a:off x="4294245" y="62091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1" name="Google Shape;1831;p38"/>
          <p:cNvGrpSpPr/>
          <p:nvPr/>
        </p:nvGrpSpPr>
        <p:grpSpPr>
          <a:xfrm rot="-5400000">
            <a:off x="-2779003" y="-1736891"/>
            <a:ext cx="3952129" cy="3175881"/>
            <a:chOff x="5256209" y="-1994879"/>
            <a:chExt cx="3952129" cy="3175881"/>
          </a:xfrm>
        </p:grpSpPr>
        <p:sp>
          <p:nvSpPr>
            <p:cNvPr id="1832" name="Google Shape;1832;p38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4" name="Google Shape;1834;p38"/>
          <p:cNvSpPr txBox="1"/>
          <p:nvPr>
            <p:ph idx="1" type="subTitle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_2_1_2"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39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39"/>
          <p:cNvSpPr txBox="1"/>
          <p:nvPr>
            <p:ph type="title"/>
          </p:nvPr>
        </p:nvSpPr>
        <p:spPr>
          <a:xfrm>
            <a:off x="715500" y="1645975"/>
            <a:ext cx="27087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838" name="Google Shape;1838;p39"/>
          <p:cNvSpPr txBox="1"/>
          <p:nvPr>
            <p:ph idx="1" type="subTitle"/>
          </p:nvPr>
        </p:nvSpPr>
        <p:spPr>
          <a:xfrm>
            <a:off x="715500" y="2576346"/>
            <a:ext cx="27087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39" name="Google Shape;1839;p39"/>
          <p:cNvGrpSpPr/>
          <p:nvPr/>
        </p:nvGrpSpPr>
        <p:grpSpPr>
          <a:xfrm flipH="1" rot="-5400000">
            <a:off x="3194861" y="792409"/>
            <a:ext cx="285266" cy="284718"/>
            <a:chOff x="432750" y="3302025"/>
            <a:chExt cx="217894" cy="217475"/>
          </a:xfrm>
        </p:grpSpPr>
        <p:sp>
          <p:nvSpPr>
            <p:cNvPr id="1840" name="Google Shape;1840;p39"/>
            <p:cNvSpPr/>
            <p:nvPr/>
          </p:nvSpPr>
          <p:spPr>
            <a:xfrm>
              <a:off x="436519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2" name="Google Shape;1842;p39"/>
          <p:cNvGrpSpPr/>
          <p:nvPr/>
        </p:nvGrpSpPr>
        <p:grpSpPr>
          <a:xfrm flipH="1" rot="10800000">
            <a:off x="357713" y="3647479"/>
            <a:ext cx="357454" cy="956304"/>
            <a:chOff x="357713" y="600975"/>
            <a:chExt cx="357454" cy="956304"/>
          </a:xfrm>
        </p:grpSpPr>
        <p:sp>
          <p:nvSpPr>
            <p:cNvPr id="1843" name="Google Shape;1843;p39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9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9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9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7" name="Google Shape;1847;p39"/>
          <p:cNvGrpSpPr/>
          <p:nvPr/>
        </p:nvGrpSpPr>
        <p:grpSpPr>
          <a:xfrm flipH="1" rot="10800000">
            <a:off x="4175371" y="4700177"/>
            <a:ext cx="793256" cy="182899"/>
            <a:chOff x="2685575" y="2835950"/>
            <a:chExt cx="433000" cy="99825"/>
          </a:xfrm>
        </p:grpSpPr>
        <p:sp>
          <p:nvSpPr>
            <p:cNvPr id="1848" name="Google Shape;1848;p3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2" name="Google Shape;1852;p39"/>
          <p:cNvGrpSpPr/>
          <p:nvPr/>
        </p:nvGrpSpPr>
        <p:grpSpPr>
          <a:xfrm flipH="1" rot="10800000">
            <a:off x="-736135" y="676229"/>
            <a:ext cx="1965289" cy="517060"/>
            <a:chOff x="3539975" y="3523525"/>
            <a:chExt cx="745925" cy="196250"/>
          </a:xfrm>
        </p:grpSpPr>
        <p:sp>
          <p:nvSpPr>
            <p:cNvPr id="1853" name="Google Shape;1853;p3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9" name="Google Shape;1869;p39"/>
          <p:cNvSpPr/>
          <p:nvPr/>
        </p:nvSpPr>
        <p:spPr>
          <a:xfrm flipH="1" rot="-5400000">
            <a:off x="1697102" y="657619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0" name="Google Shape;1870;p39"/>
          <p:cNvGrpSpPr/>
          <p:nvPr/>
        </p:nvGrpSpPr>
        <p:grpSpPr>
          <a:xfrm flipH="1" rot="10800000">
            <a:off x="8126152" y="382099"/>
            <a:ext cx="2019176" cy="2019176"/>
            <a:chOff x="1943325" y="-220375"/>
            <a:chExt cx="1298672" cy="1298672"/>
          </a:xfrm>
        </p:grpSpPr>
        <p:sp>
          <p:nvSpPr>
            <p:cNvPr id="1871" name="Google Shape;1871;p39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9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9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9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9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9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9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9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9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9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9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9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9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9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9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9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9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9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9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9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9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9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9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9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9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9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9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9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9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9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9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9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9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9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9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9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9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9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9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9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9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9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9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9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9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9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9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9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9" name="Google Shape;1919;p39"/>
          <p:cNvGrpSpPr/>
          <p:nvPr/>
        </p:nvGrpSpPr>
        <p:grpSpPr>
          <a:xfrm flipH="1" rot="10800000">
            <a:off x="6557650" y="4369421"/>
            <a:ext cx="4000413" cy="3175881"/>
            <a:chOff x="5207925" y="-1994879"/>
            <a:chExt cx="4000413" cy="3175881"/>
          </a:xfrm>
        </p:grpSpPr>
        <p:sp>
          <p:nvSpPr>
            <p:cNvPr id="1920" name="Google Shape;1920;p39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9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9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_1_1_1"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40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40"/>
          <p:cNvSpPr txBox="1"/>
          <p:nvPr>
            <p:ph type="title"/>
          </p:nvPr>
        </p:nvSpPr>
        <p:spPr>
          <a:xfrm>
            <a:off x="6119944" y="1739251"/>
            <a:ext cx="23088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926" name="Google Shape;1926;p40"/>
          <p:cNvSpPr txBox="1"/>
          <p:nvPr>
            <p:ph idx="1" type="subTitle"/>
          </p:nvPr>
        </p:nvSpPr>
        <p:spPr>
          <a:xfrm>
            <a:off x="6119925" y="2841000"/>
            <a:ext cx="2308800" cy="7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27" name="Google Shape;1927;p40"/>
          <p:cNvGrpSpPr/>
          <p:nvPr/>
        </p:nvGrpSpPr>
        <p:grpSpPr>
          <a:xfrm flipH="1" rot="10800000">
            <a:off x="628764" y="4605178"/>
            <a:ext cx="2019176" cy="2019176"/>
            <a:chOff x="1943325" y="-220375"/>
            <a:chExt cx="1298672" cy="1298672"/>
          </a:xfrm>
        </p:grpSpPr>
        <p:sp>
          <p:nvSpPr>
            <p:cNvPr id="1928" name="Google Shape;1928;p4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6" name="Google Shape;1976;p40"/>
          <p:cNvGrpSpPr/>
          <p:nvPr/>
        </p:nvGrpSpPr>
        <p:grpSpPr>
          <a:xfrm flipH="1" rot="10800000">
            <a:off x="6387690" y="3917547"/>
            <a:ext cx="1965289" cy="517060"/>
            <a:chOff x="3539975" y="3523525"/>
            <a:chExt cx="745925" cy="196250"/>
          </a:xfrm>
        </p:grpSpPr>
        <p:sp>
          <p:nvSpPr>
            <p:cNvPr id="1977" name="Google Shape;1977;p40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0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0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0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0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0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0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0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0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0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0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0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0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0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0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0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93" name="Google Shape;1993;p40"/>
          <p:cNvPicPr preferRelativeResize="0"/>
          <p:nvPr/>
        </p:nvPicPr>
        <p:blipFill rotWithShape="1">
          <a:blip r:embed="rId3">
            <a:alphaModFix/>
          </a:blip>
          <a:srcRect b="-1770" l="0" r="4580" t="1770"/>
          <a:stretch/>
        </p:blipFill>
        <p:spPr>
          <a:xfrm>
            <a:off x="-319850" y="-1224475"/>
            <a:ext cx="9691050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4" name="Google Shape;1994;p40"/>
          <p:cNvGrpSpPr/>
          <p:nvPr/>
        </p:nvGrpSpPr>
        <p:grpSpPr>
          <a:xfrm flipH="1" rot="5400000">
            <a:off x="1693743" y="359223"/>
            <a:ext cx="357454" cy="956304"/>
            <a:chOff x="357713" y="600975"/>
            <a:chExt cx="357454" cy="956304"/>
          </a:xfrm>
        </p:grpSpPr>
        <p:sp>
          <p:nvSpPr>
            <p:cNvPr id="1995" name="Google Shape;1995;p4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_1"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41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41"/>
          <p:cNvSpPr txBox="1"/>
          <p:nvPr>
            <p:ph type="title"/>
          </p:nvPr>
        </p:nvSpPr>
        <p:spPr>
          <a:xfrm>
            <a:off x="2185650" y="3095408"/>
            <a:ext cx="4772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002" name="Google Shape;2002;p41"/>
          <p:cNvSpPr txBox="1"/>
          <p:nvPr>
            <p:ph idx="1" type="subTitle"/>
          </p:nvPr>
        </p:nvSpPr>
        <p:spPr>
          <a:xfrm>
            <a:off x="1226850" y="1453218"/>
            <a:ext cx="66903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03" name="Google Shape;2003;p41"/>
          <p:cNvGrpSpPr/>
          <p:nvPr/>
        </p:nvGrpSpPr>
        <p:grpSpPr>
          <a:xfrm flipH="1" rot="-5400000">
            <a:off x="3352827" y="574632"/>
            <a:ext cx="289170" cy="284718"/>
            <a:chOff x="426000" y="3302025"/>
            <a:chExt cx="220875" cy="217475"/>
          </a:xfrm>
        </p:grpSpPr>
        <p:sp>
          <p:nvSpPr>
            <p:cNvPr id="2004" name="Google Shape;2004;p4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41"/>
          <p:cNvGrpSpPr/>
          <p:nvPr/>
        </p:nvGrpSpPr>
        <p:grpSpPr>
          <a:xfrm flipH="1" rot="-5400000">
            <a:off x="1014983" y="238830"/>
            <a:ext cx="357454" cy="956304"/>
            <a:chOff x="357713" y="600975"/>
            <a:chExt cx="357454" cy="956304"/>
          </a:xfrm>
        </p:grpSpPr>
        <p:sp>
          <p:nvSpPr>
            <p:cNvPr id="2007" name="Google Shape;2007;p4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1"/>
          <p:cNvGrpSpPr/>
          <p:nvPr/>
        </p:nvGrpSpPr>
        <p:grpSpPr>
          <a:xfrm>
            <a:off x="7917151" y="2136847"/>
            <a:ext cx="2019176" cy="2019176"/>
            <a:chOff x="1943325" y="-220375"/>
            <a:chExt cx="1298672" cy="1298672"/>
          </a:xfrm>
        </p:grpSpPr>
        <p:sp>
          <p:nvSpPr>
            <p:cNvPr id="2012" name="Google Shape;2012;p41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1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1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1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1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1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1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1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1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1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1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1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41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41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41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41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41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41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1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1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1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1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1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1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1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1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41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41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1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1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1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1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1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1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1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1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41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41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41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1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1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1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41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41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1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41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1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1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0" name="Google Shape;2060;p41"/>
          <p:cNvGrpSpPr/>
          <p:nvPr/>
        </p:nvGrpSpPr>
        <p:grpSpPr>
          <a:xfrm>
            <a:off x="1020340" y="4088183"/>
            <a:ext cx="1965289" cy="517060"/>
            <a:chOff x="3539975" y="3523525"/>
            <a:chExt cx="745925" cy="196250"/>
          </a:xfrm>
        </p:grpSpPr>
        <p:sp>
          <p:nvSpPr>
            <p:cNvPr id="2061" name="Google Shape;2061;p4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" name="Google Shape;2078;p42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4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080" name="Google Shape;2080;p42"/>
          <p:cNvGrpSpPr/>
          <p:nvPr/>
        </p:nvGrpSpPr>
        <p:grpSpPr>
          <a:xfrm>
            <a:off x="391864" y="4555820"/>
            <a:ext cx="289170" cy="284718"/>
            <a:chOff x="426000" y="3302025"/>
            <a:chExt cx="220875" cy="217475"/>
          </a:xfrm>
        </p:grpSpPr>
        <p:sp>
          <p:nvSpPr>
            <p:cNvPr id="2081" name="Google Shape;2081;p4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2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3" name="Google Shape;2083;p42"/>
          <p:cNvGrpSpPr/>
          <p:nvPr/>
        </p:nvGrpSpPr>
        <p:grpSpPr>
          <a:xfrm>
            <a:off x="357713" y="1134375"/>
            <a:ext cx="357454" cy="956304"/>
            <a:chOff x="357713" y="600975"/>
            <a:chExt cx="357454" cy="956304"/>
          </a:xfrm>
        </p:grpSpPr>
        <p:sp>
          <p:nvSpPr>
            <p:cNvPr id="2084" name="Google Shape;2084;p4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8" name="Google Shape;2088;p42"/>
          <p:cNvGrpSpPr/>
          <p:nvPr/>
        </p:nvGrpSpPr>
        <p:grpSpPr>
          <a:xfrm>
            <a:off x="8022690" y="202570"/>
            <a:ext cx="1965289" cy="517060"/>
            <a:chOff x="3539975" y="3523525"/>
            <a:chExt cx="745925" cy="196250"/>
          </a:xfrm>
        </p:grpSpPr>
        <p:sp>
          <p:nvSpPr>
            <p:cNvPr id="2089" name="Google Shape;2089;p4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6" name="Google Shape;2106;p43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43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108" name="Google Shape;2108;p43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109" name="Google Shape;2109;p43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3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1" name="Google Shape;2111;p43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112" name="Google Shape;2112;p43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3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3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3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6" name="Google Shape;2116;p43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17" name="Google Shape;2117;p4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33" name="Google Shape;213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1"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5" name="Google Shape;2135;p44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6" name="Google Shape;2136;p4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137" name="Google Shape;2137;p44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2138" name="Google Shape;2138;p4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0" name="Google Shape;2140;p44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2141" name="Google Shape;2141;p4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5" name="Google Shape;2145;p44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46" name="Google Shape;2146;p4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2" name="Google Shape;2162;p44"/>
          <p:cNvSpPr/>
          <p:nvPr/>
        </p:nvSpPr>
        <p:spPr>
          <a:xfrm>
            <a:off x="715550" y="29251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3" name="Google Shape;21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3_1_1_1"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5" name="Google Shape;2165;p45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45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167" name="Google Shape;2167;p45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168" name="Google Shape;2168;p45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0" name="Google Shape;2170;p45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171" name="Google Shape;2171;p4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5" name="Google Shape;2175;p45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76" name="Google Shape;2176;p4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3_1_1_1_1"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46"/>
          <p:cNvPicPr preferRelativeResize="0"/>
          <p:nvPr/>
        </p:nvPicPr>
        <p:blipFill rotWithShape="1">
          <a:blip r:embed="rId2">
            <a:alphaModFix amt="60000"/>
          </a:blip>
          <a:srcRect b="0" l="39" r="29" t="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4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195" name="Google Shape;21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50349">
            <a:off x="-1128684" y="4246704"/>
            <a:ext cx="93532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6" name="Google Shape;2196;p46"/>
          <p:cNvGrpSpPr/>
          <p:nvPr/>
        </p:nvGrpSpPr>
        <p:grpSpPr>
          <a:xfrm flipH="1">
            <a:off x="435156" y="4236070"/>
            <a:ext cx="289285" cy="284718"/>
            <a:chOff x="419162" y="3302025"/>
            <a:chExt cx="220963" cy="217475"/>
          </a:xfrm>
        </p:grpSpPr>
        <p:sp>
          <p:nvSpPr>
            <p:cNvPr id="2197" name="Google Shape;2197;p4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419162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9" name="Google Shape;2199;p46"/>
          <p:cNvGrpSpPr/>
          <p:nvPr/>
        </p:nvGrpSpPr>
        <p:grpSpPr>
          <a:xfrm flipH="1">
            <a:off x="-1328926" y="2418978"/>
            <a:ext cx="1965289" cy="517060"/>
            <a:chOff x="3539975" y="3523525"/>
            <a:chExt cx="745925" cy="196250"/>
          </a:xfrm>
        </p:grpSpPr>
        <p:sp>
          <p:nvSpPr>
            <p:cNvPr id="2200" name="Google Shape;2200;p4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4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4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3_1_1_1_1_1"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Google Shape;2217;p47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4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219" name="Google Shape;2219;p47"/>
          <p:cNvGrpSpPr/>
          <p:nvPr/>
        </p:nvGrpSpPr>
        <p:grpSpPr>
          <a:xfrm>
            <a:off x="391864" y="1291684"/>
            <a:ext cx="289170" cy="284718"/>
            <a:chOff x="426000" y="3302025"/>
            <a:chExt cx="220875" cy="217475"/>
          </a:xfrm>
        </p:grpSpPr>
        <p:sp>
          <p:nvSpPr>
            <p:cNvPr id="2220" name="Google Shape;2220;p4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2" name="Google Shape;2222;p47"/>
          <p:cNvGrpSpPr/>
          <p:nvPr/>
        </p:nvGrpSpPr>
        <p:grpSpPr>
          <a:xfrm flipH="1" rot="10800000">
            <a:off x="357713" y="3259593"/>
            <a:ext cx="357454" cy="956304"/>
            <a:chOff x="357713" y="600975"/>
            <a:chExt cx="357454" cy="956304"/>
          </a:xfrm>
        </p:grpSpPr>
        <p:sp>
          <p:nvSpPr>
            <p:cNvPr id="2223" name="Google Shape;2223;p47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7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7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7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7" name="Google Shape;2227;p47"/>
          <p:cNvGrpSpPr/>
          <p:nvPr/>
        </p:nvGrpSpPr>
        <p:grpSpPr>
          <a:xfrm flipH="1" rot="10800000">
            <a:off x="5872083" y="4723023"/>
            <a:ext cx="793256" cy="182899"/>
            <a:chOff x="2685575" y="2835950"/>
            <a:chExt cx="433000" cy="99825"/>
          </a:xfrm>
        </p:grpSpPr>
        <p:sp>
          <p:nvSpPr>
            <p:cNvPr id="2228" name="Google Shape;2228;p47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7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7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2" name="Google Shape;2232;p47"/>
          <p:cNvGrpSpPr/>
          <p:nvPr/>
        </p:nvGrpSpPr>
        <p:grpSpPr>
          <a:xfrm flipH="1" rot="10800000">
            <a:off x="507239" y="4684974"/>
            <a:ext cx="2019176" cy="2019176"/>
            <a:chOff x="1943325" y="-220375"/>
            <a:chExt cx="1298672" cy="1298672"/>
          </a:xfrm>
        </p:grpSpPr>
        <p:sp>
          <p:nvSpPr>
            <p:cNvPr id="2233" name="Google Shape;2233;p4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4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4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4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1" name="Google Shape;2281;p47"/>
          <p:cNvGrpSpPr/>
          <p:nvPr/>
        </p:nvGrpSpPr>
        <p:grpSpPr>
          <a:xfrm flipH="1" rot="10800000">
            <a:off x="7907690" y="538242"/>
            <a:ext cx="1965289" cy="517060"/>
            <a:chOff x="3539975" y="3523525"/>
            <a:chExt cx="745925" cy="196250"/>
          </a:xfrm>
        </p:grpSpPr>
        <p:sp>
          <p:nvSpPr>
            <p:cNvPr id="2282" name="Google Shape;2282;p4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4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4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4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3_1_1_1_1_1_1"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48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48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301" name="Google Shape;2301;p48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302" name="Google Shape;2302;p4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4" name="Google Shape;2304;p48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305" name="Google Shape;2305;p4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9" name="Google Shape;2309;p48"/>
          <p:cNvGrpSpPr/>
          <p:nvPr/>
        </p:nvGrpSpPr>
        <p:grpSpPr>
          <a:xfrm>
            <a:off x="391864" y="4378897"/>
            <a:ext cx="2019176" cy="2019176"/>
            <a:chOff x="1943325" y="-220375"/>
            <a:chExt cx="1298672" cy="1298672"/>
          </a:xfrm>
        </p:grpSpPr>
        <p:sp>
          <p:nvSpPr>
            <p:cNvPr id="2310" name="Google Shape;2310;p48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8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8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8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8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8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8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8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8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48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48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8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8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8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8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8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8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8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8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8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8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8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8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8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8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8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48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48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8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8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8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8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8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8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8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8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8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8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8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8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8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8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8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8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8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8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8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8" name="Google Shape;2358;p48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359" name="Google Shape;2359;p4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4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4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4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4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4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4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4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5" name="Google Shape;2375;p48"/>
          <p:cNvSpPr/>
          <p:nvPr/>
        </p:nvSpPr>
        <p:spPr>
          <a:xfrm>
            <a:off x="7796285" y="275812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48"/>
          <p:cNvSpPr/>
          <p:nvPr/>
        </p:nvSpPr>
        <p:spPr>
          <a:xfrm>
            <a:off x="715550" y="23917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7" name="Google Shape;2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4627" y="-592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3_1_1_1_1_1_1_1"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49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0" name="Google Shape;2380;p49"/>
          <p:cNvGrpSpPr/>
          <p:nvPr/>
        </p:nvGrpSpPr>
        <p:grpSpPr>
          <a:xfrm flipH="1" rot="-5400000">
            <a:off x="-2692775" y="2018671"/>
            <a:ext cx="4000413" cy="3175881"/>
            <a:chOff x="5207925" y="-1994879"/>
            <a:chExt cx="4000413" cy="3175881"/>
          </a:xfrm>
        </p:grpSpPr>
        <p:sp>
          <p:nvSpPr>
            <p:cNvPr id="2381" name="Google Shape;2381;p49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9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9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4" name="Google Shape;2384;p49"/>
          <p:cNvSpPr/>
          <p:nvPr/>
        </p:nvSpPr>
        <p:spPr>
          <a:xfrm>
            <a:off x="8515238" y="3221356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5" name="Google Shape;2385;p49"/>
          <p:cNvGrpSpPr/>
          <p:nvPr/>
        </p:nvGrpSpPr>
        <p:grpSpPr>
          <a:xfrm>
            <a:off x="1664883" y="4680673"/>
            <a:ext cx="793256" cy="182899"/>
            <a:chOff x="2685575" y="2835950"/>
            <a:chExt cx="433000" cy="99825"/>
          </a:xfrm>
        </p:grpSpPr>
        <p:sp>
          <p:nvSpPr>
            <p:cNvPr id="2386" name="Google Shape;2386;p4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0" name="Google Shape;2390;p49"/>
          <p:cNvGrpSpPr/>
          <p:nvPr/>
        </p:nvGrpSpPr>
        <p:grpSpPr>
          <a:xfrm>
            <a:off x="3755452" y="4863578"/>
            <a:ext cx="1965289" cy="517060"/>
            <a:chOff x="3539975" y="3523525"/>
            <a:chExt cx="745925" cy="196250"/>
          </a:xfrm>
        </p:grpSpPr>
        <p:sp>
          <p:nvSpPr>
            <p:cNvPr id="2391" name="Google Shape;2391;p4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7" name="Google Shape;2407;p49"/>
          <p:cNvGrpSpPr/>
          <p:nvPr/>
        </p:nvGrpSpPr>
        <p:grpSpPr>
          <a:xfrm>
            <a:off x="8428555" y="1737712"/>
            <a:ext cx="1039906" cy="679800"/>
            <a:chOff x="4082325" y="3790650"/>
            <a:chExt cx="1039906" cy="679800"/>
          </a:xfrm>
        </p:grpSpPr>
        <p:sp>
          <p:nvSpPr>
            <p:cNvPr id="2408" name="Google Shape;2408;p49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9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9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1" name="Google Shape;2411;p4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50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4" name="Google Shape;2414;p50"/>
          <p:cNvSpPr txBox="1"/>
          <p:nvPr>
            <p:ph type="title"/>
          </p:nvPr>
        </p:nvSpPr>
        <p:spPr>
          <a:xfrm>
            <a:off x="866150" y="539000"/>
            <a:ext cx="38565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415" name="Google Shape;2415;p50"/>
          <p:cNvSpPr txBox="1"/>
          <p:nvPr>
            <p:ph idx="1" type="subTitle"/>
          </p:nvPr>
        </p:nvSpPr>
        <p:spPr>
          <a:xfrm>
            <a:off x="866275" y="1672187"/>
            <a:ext cx="3856500" cy="10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6" name="Google Shape;2416;p50"/>
          <p:cNvSpPr txBox="1"/>
          <p:nvPr/>
        </p:nvSpPr>
        <p:spPr>
          <a:xfrm>
            <a:off x="872400" y="3715100"/>
            <a:ext cx="32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CREDITS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: This presentation template was created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, and includes icons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and infographics &amp; images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grpSp>
        <p:nvGrpSpPr>
          <p:cNvPr id="2417" name="Google Shape;2417;p50"/>
          <p:cNvGrpSpPr/>
          <p:nvPr/>
        </p:nvGrpSpPr>
        <p:grpSpPr>
          <a:xfrm>
            <a:off x="-1416836" y="2858310"/>
            <a:ext cx="2019176" cy="2019176"/>
            <a:chOff x="1943325" y="-220375"/>
            <a:chExt cx="1298672" cy="1298672"/>
          </a:xfrm>
        </p:grpSpPr>
        <p:sp>
          <p:nvSpPr>
            <p:cNvPr id="2418" name="Google Shape;2418;p5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5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5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5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5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5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5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5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5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5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5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5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6" name="Google Shape;2466;p50"/>
          <p:cNvGrpSpPr/>
          <p:nvPr/>
        </p:nvGrpSpPr>
        <p:grpSpPr>
          <a:xfrm rot="-5400000">
            <a:off x="-3038008" y="-1227121"/>
            <a:ext cx="3952129" cy="3175881"/>
            <a:chOff x="5256209" y="-1994879"/>
            <a:chExt cx="3952129" cy="3175881"/>
          </a:xfrm>
        </p:grpSpPr>
        <p:sp>
          <p:nvSpPr>
            <p:cNvPr id="2467" name="Google Shape;2467;p50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50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b="9" l="0" r="0" t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_1"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b="9" l="0" r="0" t="9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b="0" l="228" r="238" t="0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.xml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.xml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.xml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2.xml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53"/>
          <p:cNvSpPr txBox="1"/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120 Years of</a:t>
            </a:r>
            <a:endParaRPr sz="5800"/>
          </a:p>
          <a:p>
            <a:pPr indent="0" lvl="0" marL="0" rtl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5800"/>
              <a:t>Olympic History</a:t>
            </a:r>
            <a:endParaRPr sz="5800"/>
          </a:p>
        </p:txBody>
      </p:sp>
      <p:sp>
        <p:nvSpPr>
          <p:cNvPr id="2582" name="Google Shape;2582;p53"/>
          <p:cNvSpPr txBox="1"/>
          <p:nvPr>
            <p:ph idx="1" type="subTitle"/>
          </p:nvPr>
        </p:nvSpPr>
        <p:spPr>
          <a:xfrm>
            <a:off x="1248375" y="3749783"/>
            <a:ext cx="66471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Presented by Gianna Burgess</a:t>
            </a:r>
            <a:endParaRPr/>
          </a:p>
        </p:txBody>
      </p:sp>
      <p:sp>
        <p:nvSpPr>
          <p:cNvPr id="2583" name="Google Shape;2583;p53"/>
          <p:cNvSpPr/>
          <p:nvPr/>
        </p:nvSpPr>
        <p:spPr>
          <a:xfrm>
            <a:off x="715550" y="23917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4" name="Google Shape;2584;p53"/>
          <p:cNvCxnSpPr/>
          <p:nvPr/>
        </p:nvCxnSpPr>
        <p:spPr>
          <a:xfrm>
            <a:off x="1863750" y="3162850"/>
            <a:ext cx="541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54"/>
          <p:cNvSpPr/>
          <p:nvPr/>
        </p:nvSpPr>
        <p:spPr>
          <a:xfrm>
            <a:off x="951017" y="3642122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54"/>
          <p:cNvSpPr/>
          <p:nvPr/>
        </p:nvSpPr>
        <p:spPr>
          <a:xfrm>
            <a:off x="4840804" y="3642122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54"/>
          <p:cNvSpPr/>
          <p:nvPr/>
        </p:nvSpPr>
        <p:spPr>
          <a:xfrm>
            <a:off x="4840804" y="2617251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54"/>
          <p:cNvSpPr/>
          <p:nvPr/>
        </p:nvSpPr>
        <p:spPr>
          <a:xfrm>
            <a:off x="951017" y="2631976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54"/>
          <p:cNvSpPr/>
          <p:nvPr/>
        </p:nvSpPr>
        <p:spPr>
          <a:xfrm>
            <a:off x="4840804" y="161328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54"/>
          <p:cNvSpPr/>
          <p:nvPr/>
        </p:nvSpPr>
        <p:spPr>
          <a:xfrm>
            <a:off x="951017" y="161328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54"/>
          <p:cNvSpPr txBox="1"/>
          <p:nvPr>
            <p:ph idx="21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596" name="Google Shape;2596;p54"/>
          <p:cNvSpPr txBox="1"/>
          <p:nvPr>
            <p:ph type="title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7" name="Google Shape;2597;p54"/>
          <p:cNvSpPr txBox="1"/>
          <p:nvPr>
            <p:ph idx="1" type="subTitle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598" name="Google Shape;2598;p54"/>
          <p:cNvSpPr txBox="1"/>
          <p:nvPr>
            <p:ph idx="2" type="subTitle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info about </a:t>
            </a:r>
            <a:r>
              <a:rPr lang="en"/>
              <a:t>the goals</a:t>
            </a:r>
            <a:r>
              <a:rPr lang="en"/>
              <a:t> of the project.</a:t>
            </a:r>
            <a:endParaRPr/>
          </a:p>
        </p:txBody>
      </p:sp>
      <p:sp>
        <p:nvSpPr>
          <p:cNvPr id="2599" name="Google Shape;2599;p54"/>
          <p:cNvSpPr txBox="1"/>
          <p:nvPr>
            <p:ph idx="3" type="title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0" name="Google Shape;2600;p54"/>
          <p:cNvSpPr txBox="1"/>
          <p:nvPr>
            <p:ph idx="4" type="subTitle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2601" name="Google Shape;2601;p54"/>
          <p:cNvSpPr txBox="1"/>
          <p:nvPr>
            <p:ph idx="5" type="subTitle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Breakdown of data cleaning methodology. </a:t>
            </a:r>
            <a:endParaRPr/>
          </a:p>
        </p:txBody>
      </p:sp>
      <p:sp>
        <p:nvSpPr>
          <p:cNvPr id="2602" name="Google Shape;2602;p54"/>
          <p:cNvSpPr txBox="1"/>
          <p:nvPr>
            <p:ph idx="6" type="title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3" name="Google Shape;2603;p54"/>
          <p:cNvSpPr txBox="1"/>
          <p:nvPr>
            <p:ph idx="7" type="subTitle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2604" name="Google Shape;2604;p54"/>
          <p:cNvSpPr txBox="1"/>
          <p:nvPr>
            <p:ph idx="8" type="subTitle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Initial</a:t>
            </a:r>
            <a:r>
              <a:rPr lang="en"/>
              <a:t> exploration of </a:t>
            </a:r>
            <a:r>
              <a:rPr lang="en"/>
              <a:t>the dataset.</a:t>
            </a:r>
            <a:r>
              <a:rPr lang="en"/>
              <a:t> </a:t>
            </a:r>
            <a:endParaRPr/>
          </a:p>
        </p:txBody>
      </p:sp>
      <p:sp>
        <p:nvSpPr>
          <p:cNvPr id="2605" name="Google Shape;2605;p54"/>
          <p:cNvSpPr txBox="1"/>
          <p:nvPr>
            <p:ph idx="9" type="title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6" name="Google Shape;2606;p54"/>
          <p:cNvSpPr txBox="1"/>
          <p:nvPr>
            <p:ph idx="13" type="subTitle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Visualizations</a:t>
            </a:r>
            <a:endParaRPr/>
          </a:p>
        </p:txBody>
      </p:sp>
      <p:sp>
        <p:nvSpPr>
          <p:cNvPr id="2607" name="Google Shape;2607;p54"/>
          <p:cNvSpPr txBox="1"/>
          <p:nvPr>
            <p:ph idx="14" type="subTitle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 </a:t>
            </a:r>
            <a:r>
              <a:rPr lang="en"/>
              <a:t>specific</a:t>
            </a:r>
            <a:r>
              <a:rPr lang="en"/>
              <a:t> visualizations and their interpretations.</a:t>
            </a:r>
            <a:endParaRPr/>
          </a:p>
        </p:txBody>
      </p:sp>
      <p:sp>
        <p:nvSpPr>
          <p:cNvPr id="2608" name="Google Shape;2608;p54"/>
          <p:cNvSpPr txBox="1"/>
          <p:nvPr>
            <p:ph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9" name="Google Shape;2609;p54"/>
          <p:cNvSpPr txBox="1"/>
          <p:nvPr>
            <p:ph idx="16" type="subTitle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2610" name="Google Shape;2610;p54"/>
          <p:cNvSpPr txBox="1"/>
          <p:nvPr>
            <p:ph idx="17" type="subTitle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Trends and generalizations in the data.  </a:t>
            </a:r>
            <a:endParaRPr/>
          </a:p>
        </p:txBody>
      </p:sp>
      <p:sp>
        <p:nvSpPr>
          <p:cNvPr id="2611" name="Google Shape;2611;p54"/>
          <p:cNvSpPr txBox="1"/>
          <p:nvPr>
            <p:ph idx="18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2" name="Google Shape;2612;p54"/>
          <p:cNvSpPr txBox="1"/>
          <p:nvPr>
            <p:ph idx="19" type="subTitle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Additional Findings</a:t>
            </a:r>
            <a:endParaRPr/>
          </a:p>
        </p:txBody>
      </p:sp>
      <p:sp>
        <p:nvSpPr>
          <p:cNvPr id="2613" name="Google Shape;2613;p54"/>
          <p:cNvSpPr txBox="1"/>
          <p:nvPr>
            <p:ph idx="20" type="subTitle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 additional research questions and visualizations. </a:t>
            </a:r>
            <a:endParaRPr/>
          </a:p>
        </p:txBody>
      </p:sp>
      <p:grpSp>
        <p:nvGrpSpPr>
          <p:cNvPr id="2614" name="Google Shape;2614;p54"/>
          <p:cNvGrpSpPr/>
          <p:nvPr/>
        </p:nvGrpSpPr>
        <p:grpSpPr>
          <a:xfrm>
            <a:off x="7391908" y="722871"/>
            <a:ext cx="793256" cy="182899"/>
            <a:chOff x="2685575" y="2835950"/>
            <a:chExt cx="433000" cy="99825"/>
          </a:xfrm>
        </p:grpSpPr>
        <p:sp>
          <p:nvSpPr>
            <p:cNvPr id="2615" name="Google Shape;2615;p54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54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54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54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9" name="Google Shape;2619;p5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5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54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54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54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p55"/>
          <p:cNvSpPr txBox="1"/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grpSp>
        <p:nvGrpSpPr>
          <p:cNvPr id="2629" name="Google Shape;2629;p55"/>
          <p:cNvGrpSpPr/>
          <p:nvPr/>
        </p:nvGrpSpPr>
        <p:grpSpPr>
          <a:xfrm>
            <a:off x="5268783" y="-1501970"/>
            <a:ext cx="2795003" cy="2795003"/>
            <a:chOff x="1943325" y="-220375"/>
            <a:chExt cx="1298672" cy="1298672"/>
          </a:xfrm>
        </p:grpSpPr>
        <p:sp>
          <p:nvSpPr>
            <p:cNvPr id="2630" name="Google Shape;2630;p55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55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55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55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55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55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55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55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55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55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55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55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55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55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55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55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55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55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55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55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55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55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55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55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55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55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55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55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5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5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5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5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5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5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55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55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5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8" name="Google Shape;2678;p55"/>
          <p:cNvSpPr/>
          <p:nvPr/>
        </p:nvSpPr>
        <p:spPr>
          <a:xfrm flipH="1" rot="10800000">
            <a:off x="873954" y="2003240"/>
            <a:ext cx="639486" cy="1296623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9" name="Google Shape;2679;p55"/>
          <p:cNvGrpSpPr/>
          <p:nvPr/>
        </p:nvGrpSpPr>
        <p:grpSpPr>
          <a:xfrm flipH="1">
            <a:off x="6977175" y="3697061"/>
            <a:ext cx="793256" cy="182899"/>
            <a:chOff x="2685575" y="2835950"/>
            <a:chExt cx="433000" cy="99825"/>
          </a:xfrm>
        </p:grpSpPr>
        <p:sp>
          <p:nvSpPr>
            <p:cNvPr id="2680" name="Google Shape;2680;p55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5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5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5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4" name="Google Shape;2684;p55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55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55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55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55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55"/>
          <p:cNvSpPr txBox="1"/>
          <p:nvPr>
            <p:ph idx="1" type="subTitle"/>
          </p:nvPr>
        </p:nvSpPr>
        <p:spPr>
          <a:xfrm>
            <a:off x="1825050" y="2427700"/>
            <a:ext cx="54939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project analyzes 120 years of Olympic history (1896-2016) using athlete and NOC region datasets. The goal is to analyze trends, demographics, medal distribution, the impact of physical attributes on Olympic success, and overall participation.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6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6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3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5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155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</a:t>
            </a:r>
            <a:endParaRPr b="1" sz="1650">
              <a:solidFill>
                <a:srgbClr val="292929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5" name="Google Shape;269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9814" y="-978025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6" name="Google Shape;2696;p56"/>
          <p:cNvSpPr txBox="1"/>
          <p:nvPr>
            <p:ph idx="1" type="subTitle"/>
          </p:nvPr>
        </p:nvSpPr>
        <p:spPr>
          <a:xfrm>
            <a:off x="4836294" y="1844775"/>
            <a:ext cx="3648300" cy="443400"/>
          </a:xfrm>
          <a:prstGeom prst="rect">
            <a:avLst/>
          </a:prstGeom>
        </p:spPr>
        <p:txBody>
          <a:bodyPr anchorCtr="0" anchor="b" bIns="91425" lIns="91425" spcFirstLastPara="1" rIns="155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 Imputation</a:t>
            </a:r>
            <a:endParaRPr/>
          </a:p>
        </p:txBody>
      </p:sp>
      <p:sp>
        <p:nvSpPr>
          <p:cNvPr id="2697" name="Google Shape;2697;p56"/>
          <p:cNvSpPr txBox="1"/>
          <p:nvPr>
            <p:ph idx="2" type="subTitle"/>
          </p:nvPr>
        </p:nvSpPr>
        <p:spPr>
          <a:xfrm>
            <a:off x="4836300" y="2197450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values were imputed in the age, weight, height, and medal columns. </a:t>
            </a:r>
            <a:endParaRPr/>
          </a:p>
        </p:txBody>
      </p:sp>
      <p:sp>
        <p:nvSpPr>
          <p:cNvPr id="2698" name="Google Shape;2698;p56"/>
          <p:cNvSpPr txBox="1"/>
          <p:nvPr>
            <p:ph idx="3" type="subTitle"/>
          </p:nvPr>
        </p:nvSpPr>
        <p:spPr>
          <a:xfrm>
            <a:off x="4836296" y="2833225"/>
            <a:ext cx="39375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Feature Creation</a:t>
            </a:r>
            <a:endParaRPr/>
          </a:p>
        </p:txBody>
      </p:sp>
      <p:sp>
        <p:nvSpPr>
          <p:cNvPr id="2699" name="Google Shape;2699;p56"/>
          <p:cNvSpPr txBox="1"/>
          <p:nvPr>
            <p:ph idx="4" type="subTitle"/>
          </p:nvPr>
        </p:nvSpPr>
        <p:spPr>
          <a:xfrm>
            <a:off x="4836303" y="3185900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BMI and age group columns were created for more specific analysis of the dataset.</a:t>
            </a:r>
            <a:endParaRPr/>
          </a:p>
        </p:txBody>
      </p:sp>
      <p:sp>
        <p:nvSpPr>
          <p:cNvPr id="2700" name="Google Shape;2700;p56"/>
          <p:cNvSpPr txBox="1"/>
          <p:nvPr>
            <p:ph idx="5" type="subTitle"/>
          </p:nvPr>
        </p:nvSpPr>
        <p:spPr>
          <a:xfrm>
            <a:off x="1167901" y="1350550"/>
            <a:ext cx="29979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Datasets</a:t>
            </a:r>
            <a:endParaRPr/>
          </a:p>
        </p:txBody>
      </p:sp>
      <p:sp>
        <p:nvSpPr>
          <p:cNvPr id="2701" name="Google Shape;2701;p56"/>
          <p:cNvSpPr txBox="1"/>
          <p:nvPr>
            <p:ph idx="6" type="subTitle"/>
          </p:nvPr>
        </p:nvSpPr>
        <p:spPr>
          <a:xfrm>
            <a:off x="1167902" y="170322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 raw datasets were merged for better analysis. </a:t>
            </a:r>
            <a:endParaRPr/>
          </a:p>
        </p:txBody>
      </p:sp>
      <p:sp>
        <p:nvSpPr>
          <p:cNvPr id="2702" name="Google Shape;2702;p56"/>
          <p:cNvSpPr txBox="1"/>
          <p:nvPr>
            <p:ph idx="7" type="subTitle"/>
          </p:nvPr>
        </p:nvSpPr>
        <p:spPr>
          <a:xfrm>
            <a:off x="1167896" y="3589400"/>
            <a:ext cx="31680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Conversion </a:t>
            </a:r>
            <a:endParaRPr/>
          </a:p>
        </p:txBody>
      </p:sp>
      <p:sp>
        <p:nvSpPr>
          <p:cNvPr id="2703" name="Google Shape;2703;p56"/>
          <p:cNvSpPr txBox="1"/>
          <p:nvPr>
            <p:ph idx="8" type="subTitle"/>
          </p:nvPr>
        </p:nvSpPr>
        <p:spPr>
          <a:xfrm>
            <a:off x="1167900" y="394062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 and Year columns were converted into </a:t>
            </a:r>
            <a:r>
              <a:rPr lang="en"/>
              <a:t>categorical</a:t>
            </a:r>
            <a:r>
              <a:rPr lang="en"/>
              <a:t> data. </a:t>
            </a:r>
            <a:endParaRPr/>
          </a:p>
        </p:txBody>
      </p:sp>
      <p:sp>
        <p:nvSpPr>
          <p:cNvPr id="2704" name="Google Shape;2704;p56"/>
          <p:cNvSpPr txBox="1"/>
          <p:nvPr>
            <p:ph idx="9" type="subTitle"/>
          </p:nvPr>
        </p:nvSpPr>
        <p:spPr>
          <a:xfrm>
            <a:off x="1167902" y="2339000"/>
            <a:ext cx="36015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 Handling</a:t>
            </a:r>
            <a:endParaRPr/>
          </a:p>
        </p:txBody>
      </p:sp>
      <p:sp>
        <p:nvSpPr>
          <p:cNvPr id="2705" name="Google Shape;2705;p56"/>
          <p:cNvSpPr txBox="1"/>
          <p:nvPr>
            <p:ph idx="13" type="subTitle"/>
          </p:nvPr>
        </p:nvSpPr>
        <p:spPr>
          <a:xfrm>
            <a:off x="1167902" y="269167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1385 duplicate entries in athlete participation in same events were dropped.</a:t>
            </a:r>
            <a:endParaRPr/>
          </a:p>
        </p:txBody>
      </p:sp>
      <p:grpSp>
        <p:nvGrpSpPr>
          <p:cNvPr id="2706" name="Google Shape;2706;p56"/>
          <p:cNvGrpSpPr/>
          <p:nvPr/>
        </p:nvGrpSpPr>
        <p:grpSpPr>
          <a:xfrm>
            <a:off x="6179821" y="3940621"/>
            <a:ext cx="793256" cy="182899"/>
            <a:chOff x="2685575" y="2835950"/>
            <a:chExt cx="433000" cy="99825"/>
          </a:xfrm>
        </p:grpSpPr>
        <p:sp>
          <p:nvSpPr>
            <p:cNvPr id="2707" name="Google Shape;2707;p5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1" name="Google Shape;2711;p56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56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56">
            <a:hlinkClick action="ppaction://hlinksldjump" r:id="rId4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56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56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57"/>
          <p:cNvSpPr/>
          <p:nvPr/>
        </p:nvSpPr>
        <p:spPr>
          <a:xfrm>
            <a:off x="1187386" y="280125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57"/>
          <p:cNvSpPr/>
          <p:nvPr/>
        </p:nvSpPr>
        <p:spPr>
          <a:xfrm>
            <a:off x="1187373" y="181641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57"/>
          <p:cNvSpPr/>
          <p:nvPr/>
        </p:nvSpPr>
        <p:spPr>
          <a:xfrm>
            <a:off x="1187386" y="3922869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57"/>
          <p:cNvSpPr/>
          <p:nvPr/>
        </p:nvSpPr>
        <p:spPr>
          <a:xfrm>
            <a:off x="1187373" y="752526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57"/>
          <p:cNvSpPr txBox="1"/>
          <p:nvPr>
            <p:ph idx="17" type="title"/>
          </p:nvPr>
        </p:nvSpPr>
        <p:spPr>
          <a:xfrm>
            <a:off x="715500" y="1727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2725" name="Google Shape;2725;p57"/>
          <p:cNvSpPr txBox="1"/>
          <p:nvPr>
            <p:ph type="title"/>
          </p:nvPr>
        </p:nvSpPr>
        <p:spPr>
          <a:xfrm>
            <a:off x="1054294" y="697494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26" name="Google Shape;2726;p57"/>
          <p:cNvSpPr txBox="1"/>
          <p:nvPr>
            <p:ph idx="1" type="subTitle"/>
          </p:nvPr>
        </p:nvSpPr>
        <p:spPr>
          <a:xfrm>
            <a:off x="1798680" y="797400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2727" name="Google Shape;2727;p57"/>
          <p:cNvSpPr txBox="1"/>
          <p:nvPr>
            <p:ph idx="2" type="subTitle"/>
          </p:nvPr>
        </p:nvSpPr>
        <p:spPr>
          <a:xfrm>
            <a:off x="1742900" y="1094364"/>
            <a:ext cx="39879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135,571 unique athletes, 205 countries, and 66 unique sports represented in the data.</a:t>
            </a:r>
            <a:endParaRPr/>
          </a:p>
        </p:txBody>
      </p:sp>
      <p:sp>
        <p:nvSpPr>
          <p:cNvPr id="2728" name="Google Shape;2728;p57"/>
          <p:cNvSpPr txBox="1"/>
          <p:nvPr>
            <p:ph idx="3" type="title"/>
          </p:nvPr>
        </p:nvSpPr>
        <p:spPr>
          <a:xfrm>
            <a:off x="1054294" y="1749371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29" name="Google Shape;2729;p57"/>
          <p:cNvSpPr txBox="1"/>
          <p:nvPr>
            <p:ph idx="4" type="subTitle"/>
          </p:nvPr>
        </p:nvSpPr>
        <p:spPr>
          <a:xfrm>
            <a:off x="1798680" y="1905817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Gender participation</a:t>
            </a:r>
            <a:endParaRPr/>
          </a:p>
        </p:txBody>
      </p:sp>
      <p:sp>
        <p:nvSpPr>
          <p:cNvPr id="2730" name="Google Shape;2730;p57"/>
          <p:cNvSpPr txBox="1"/>
          <p:nvPr>
            <p:ph idx="5" type="subTitle"/>
          </p:nvPr>
        </p:nvSpPr>
        <p:spPr>
          <a:xfrm>
            <a:off x="1798663" y="2241311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Male participation has historically dominated, but </a:t>
            </a:r>
            <a:r>
              <a:rPr lang="en"/>
              <a:t>the gender</a:t>
            </a:r>
            <a:r>
              <a:rPr lang="en"/>
              <a:t> gap is closing.</a:t>
            </a:r>
            <a:endParaRPr/>
          </a:p>
        </p:txBody>
      </p:sp>
      <p:sp>
        <p:nvSpPr>
          <p:cNvPr id="2731" name="Google Shape;2731;p57"/>
          <p:cNvSpPr txBox="1"/>
          <p:nvPr>
            <p:ph idx="6" type="title"/>
          </p:nvPr>
        </p:nvSpPr>
        <p:spPr>
          <a:xfrm>
            <a:off x="1054306" y="2746323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32" name="Google Shape;2732;p57"/>
          <p:cNvSpPr txBox="1"/>
          <p:nvPr>
            <p:ph idx="7" type="subTitle"/>
          </p:nvPr>
        </p:nvSpPr>
        <p:spPr>
          <a:xfrm>
            <a:off x="1798680" y="2914322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Popular Sports</a:t>
            </a:r>
            <a:endParaRPr/>
          </a:p>
        </p:txBody>
      </p:sp>
      <p:sp>
        <p:nvSpPr>
          <p:cNvPr id="2733" name="Google Shape;2733;p57"/>
          <p:cNvSpPr txBox="1"/>
          <p:nvPr>
            <p:ph idx="8" type="subTitle"/>
          </p:nvPr>
        </p:nvSpPr>
        <p:spPr>
          <a:xfrm>
            <a:off x="1798675" y="3268924"/>
            <a:ext cx="39879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Gymnastics and athletics are the most popular in terms of participation. </a:t>
            </a:r>
            <a:endParaRPr/>
          </a:p>
        </p:txBody>
      </p:sp>
      <p:sp>
        <p:nvSpPr>
          <p:cNvPr id="2734" name="Google Shape;2734;p57"/>
          <p:cNvSpPr txBox="1"/>
          <p:nvPr>
            <p:ph idx="9" type="title"/>
          </p:nvPr>
        </p:nvSpPr>
        <p:spPr>
          <a:xfrm>
            <a:off x="1054281" y="3853013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35" name="Google Shape;2735;p57"/>
          <p:cNvSpPr txBox="1"/>
          <p:nvPr>
            <p:ph idx="13" type="subTitle"/>
          </p:nvPr>
        </p:nvSpPr>
        <p:spPr>
          <a:xfrm>
            <a:off x="1798680" y="4022727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Distribution of Medals</a:t>
            </a:r>
            <a:endParaRPr/>
          </a:p>
        </p:txBody>
      </p:sp>
      <p:sp>
        <p:nvSpPr>
          <p:cNvPr id="2736" name="Google Shape;2736;p57"/>
          <p:cNvSpPr txBox="1"/>
          <p:nvPr>
            <p:ph idx="14" type="subTitle"/>
          </p:nvPr>
        </p:nvSpPr>
        <p:spPr>
          <a:xfrm>
            <a:off x="1798663" y="4377328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Nearly equal distribution of medal types.</a:t>
            </a:r>
            <a:endParaRPr/>
          </a:p>
        </p:txBody>
      </p:sp>
      <p:grpSp>
        <p:nvGrpSpPr>
          <p:cNvPr id="2737" name="Google Shape;2737;p57"/>
          <p:cNvGrpSpPr/>
          <p:nvPr/>
        </p:nvGrpSpPr>
        <p:grpSpPr>
          <a:xfrm>
            <a:off x="7635233" y="3899371"/>
            <a:ext cx="793256" cy="182899"/>
            <a:chOff x="2685575" y="2835950"/>
            <a:chExt cx="433000" cy="99825"/>
          </a:xfrm>
        </p:grpSpPr>
        <p:sp>
          <p:nvSpPr>
            <p:cNvPr id="2738" name="Google Shape;2738;p57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57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57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57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2" name="Google Shape;2742;p57"/>
          <p:cNvSpPr/>
          <p:nvPr/>
        </p:nvSpPr>
        <p:spPr>
          <a:xfrm>
            <a:off x="7619147" y="1918450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3" name="Google Shape;27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427" y="-1358450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4" name="Google Shape;2744;p57"/>
          <p:cNvSpPr txBox="1"/>
          <p:nvPr>
            <p:ph idx="16" type="title"/>
          </p:nvPr>
        </p:nvSpPr>
        <p:spPr>
          <a:xfrm>
            <a:off x="5702438" y="3110932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57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57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57">
            <a:hlinkClick action="ppaction://hlinksldjump" r:id="rId4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57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57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58"/>
          <p:cNvSpPr txBox="1"/>
          <p:nvPr>
            <p:ph idx="17" type="title"/>
          </p:nvPr>
        </p:nvSpPr>
        <p:spPr>
          <a:xfrm>
            <a:off x="715500" y="4607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2755" name="Google Shape;2755;p58"/>
          <p:cNvSpPr/>
          <p:nvPr/>
        </p:nvSpPr>
        <p:spPr>
          <a:xfrm>
            <a:off x="1178873" y="310866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58"/>
          <p:cNvSpPr/>
          <p:nvPr/>
        </p:nvSpPr>
        <p:spPr>
          <a:xfrm>
            <a:off x="1178873" y="1440651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58"/>
          <p:cNvSpPr txBox="1"/>
          <p:nvPr>
            <p:ph type="title"/>
          </p:nvPr>
        </p:nvSpPr>
        <p:spPr>
          <a:xfrm>
            <a:off x="1045794" y="1373494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58" name="Google Shape;2758;p58"/>
          <p:cNvSpPr txBox="1"/>
          <p:nvPr>
            <p:ph idx="1" type="subTitle"/>
          </p:nvPr>
        </p:nvSpPr>
        <p:spPr>
          <a:xfrm>
            <a:off x="1867499" y="1540500"/>
            <a:ext cx="45057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Overall Olympic Participation</a:t>
            </a:r>
            <a:endParaRPr/>
          </a:p>
        </p:txBody>
      </p:sp>
      <p:sp>
        <p:nvSpPr>
          <p:cNvPr id="2759" name="Google Shape;2759;p58"/>
          <p:cNvSpPr txBox="1"/>
          <p:nvPr>
            <p:ph idx="2" type="subTitle"/>
          </p:nvPr>
        </p:nvSpPr>
        <p:spPr>
          <a:xfrm>
            <a:off x="1867500" y="2004050"/>
            <a:ext cx="40977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Olympic participation has increased from the first games in 1896 to the last one in 2016. </a:t>
            </a:r>
            <a:endParaRPr/>
          </a:p>
        </p:txBody>
      </p:sp>
      <p:sp>
        <p:nvSpPr>
          <p:cNvPr id="2760" name="Google Shape;2760;p58"/>
          <p:cNvSpPr txBox="1"/>
          <p:nvPr>
            <p:ph idx="3" type="title"/>
          </p:nvPr>
        </p:nvSpPr>
        <p:spPr>
          <a:xfrm>
            <a:off x="1045794" y="3041621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61" name="Google Shape;2761;p58"/>
          <p:cNvSpPr txBox="1"/>
          <p:nvPr>
            <p:ph idx="4" type="subTitle"/>
          </p:nvPr>
        </p:nvSpPr>
        <p:spPr>
          <a:xfrm>
            <a:off x="1790174" y="3198075"/>
            <a:ext cx="47475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Physical Attributes of Athletes</a:t>
            </a:r>
            <a:endParaRPr/>
          </a:p>
        </p:txBody>
      </p:sp>
      <p:sp>
        <p:nvSpPr>
          <p:cNvPr id="2762" name="Google Shape;2762;p58"/>
          <p:cNvSpPr txBox="1"/>
          <p:nvPr>
            <p:ph idx="5" type="subTitle"/>
          </p:nvPr>
        </p:nvSpPr>
        <p:spPr>
          <a:xfrm>
            <a:off x="1790175" y="3662960"/>
            <a:ext cx="39879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median athlete is 25 years old, 178 cm tall, and weighs 73.5 kg.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59"/>
          <p:cNvSpPr txBox="1"/>
          <p:nvPr>
            <p:ph type="title"/>
          </p:nvPr>
        </p:nvSpPr>
        <p:spPr>
          <a:xfrm>
            <a:off x="715500" y="3427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Countries by Total Medals</a:t>
            </a:r>
            <a:endParaRPr/>
          </a:p>
        </p:txBody>
      </p:sp>
      <p:sp>
        <p:nvSpPr>
          <p:cNvPr id="2768" name="Google Shape;2768;p59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59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59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59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59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3" name="Google Shape;2773;p59" title="Screenshot 2025-12-01 at 2.04.4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8325" y="904000"/>
            <a:ext cx="6127346" cy="4007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60"/>
          <p:cNvSpPr txBox="1"/>
          <p:nvPr>
            <p:ph type="title"/>
          </p:nvPr>
        </p:nvSpPr>
        <p:spPr>
          <a:xfrm>
            <a:off x="715500" y="3257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Participation Over Time</a:t>
            </a:r>
            <a:endParaRPr/>
          </a:p>
        </p:txBody>
      </p:sp>
      <p:grpSp>
        <p:nvGrpSpPr>
          <p:cNvPr id="2779" name="Google Shape;2779;p60"/>
          <p:cNvGrpSpPr/>
          <p:nvPr/>
        </p:nvGrpSpPr>
        <p:grpSpPr>
          <a:xfrm flipH="1" rot="10800000">
            <a:off x="7350014" y="2136383"/>
            <a:ext cx="793256" cy="182899"/>
            <a:chOff x="2685575" y="2835950"/>
            <a:chExt cx="433000" cy="99825"/>
          </a:xfrm>
        </p:grpSpPr>
        <p:sp>
          <p:nvSpPr>
            <p:cNvPr id="2780" name="Google Shape;2780;p60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0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0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0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4" name="Google Shape;2784;p60"/>
          <p:cNvSpPr/>
          <p:nvPr/>
        </p:nvSpPr>
        <p:spPr>
          <a:xfrm flipH="1" rot="5400000">
            <a:off x="7369961" y="284407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6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6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p60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60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60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0" name="Google Shape;2790;p60" title="Screenshot 2025-12-01 at 2.05.2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00" y="972700"/>
            <a:ext cx="5781123" cy="37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7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4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p61"/>
          <p:cNvSpPr txBox="1"/>
          <p:nvPr>
            <p:ph type="title"/>
          </p:nvPr>
        </p:nvSpPr>
        <p:spPr>
          <a:xfrm>
            <a:off x="715500" y="3937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Distribution by Medal Type</a:t>
            </a:r>
            <a:endParaRPr/>
          </a:p>
        </p:txBody>
      </p:sp>
      <p:sp>
        <p:nvSpPr>
          <p:cNvPr id="2796" name="Google Shape;2796;p61"/>
          <p:cNvSpPr/>
          <p:nvPr/>
        </p:nvSpPr>
        <p:spPr>
          <a:xfrm>
            <a:off x="7415285" y="252952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61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61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61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61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61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2" name="Google Shape;280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2727" y="-514375"/>
            <a:ext cx="2527512" cy="26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3" name="Google Shape;2803;p61" title="Screenshot 2025-12-01 at 2.06.2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025" y="973600"/>
            <a:ext cx="5341930" cy="402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7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62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62"/>
          <p:cNvSpPr/>
          <p:nvPr/>
        </p:nvSpPr>
        <p:spPr>
          <a:xfrm>
            <a:off x="6487090" y="4714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62"/>
          <p:cNvSpPr txBox="1"/>
          <p:nvPr>
            <p:ph type="title"/>
          </p:nvPr>
        </p:nvSpPr>
        <p:spPr>
          <a:xfrm>
            <a:off x="715500" y="3427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Plot of Physical Attributes</a:t>
            </a:r>
            <a:endParaRPr/>
          </a:p>
        </p:txBody>
      </p:sp>
      <p:pic>
        <p:nvPicPr>
          <p:cNvPr id="2811" name="Google Shape;2811;p62" title="Screenshot 2025-12-01 at 2.09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988" y="961125"/>
            <a:ext cx="3906020" cy="407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5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p63"/>
          <p:cNvSpPr txBox="1"/>
          <p:nvPr>
            <p:ph type="title"/>
          </p:nvPr>
        </p:nvSpPr>
        <p:spPr>
          <a:xfrm>
            <a:off x="715500" y="4447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Medal Count by Sport</a:t>
            </a:r>
            <a:r>
              <a:rPr lang="en"/>
              <a:t> </a:t>
            </a:r>
            <a:endParaRPr/>
          </a:p>
        </p:txBody>
      </p:sp>
      <p:sp>
        <p:nvSpPr>
          <p:cNvPr id="2817" name="Google Shape;2817;p6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p6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63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63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63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2" name="Google Shape;2822;p63" title="Screenshot 2025-12-01 at 2.09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500" y="938025"/>
            <a:ext cx="5831708" cy="39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6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p6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Medal Distribution</a:t>
            </a:r>
            <a:endParaRPr/>
          </a:p>
        </p:txBody>
      </p:sp>
      <p:sp>
        <p:nvSpPr>
          <p:cNvPr id="2828" name="Google Shape;2828;p64"/>
          <p:cNvSpPr/>
          <p:nvPr/>
        </p:nvSpPr>
        <p:spPr>
          <a:xfrm>
            <a:off x="8150738" y="11179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9" name="Google Shape;2829;p6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0" name="Google Shape;2830;p6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p64">
            <a:hlinkClick action="ppaction://hlinksldjump" r:id="rId3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64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64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4" name="Google Shape;2834;p64" title="Screenshot 2025-12-01 at 2.10.1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0800" y="1117900"/>
            <a:ext cx="4342411" cy="38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p65"/>
          <p:cNvSpPr txBox="1"/>
          <p:nvPr>
            <p:ph type="title"/>
          </p:nvPr>
        </p:nvSpPr>
        <p:spPr>
          <a:xfrm>
            <a:off x="715500" y="373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 of Correlation</a:t>
            </a:r>
            <a:endParaRPr/>
          </a:p>
        </p:txBody>
      </p:sp>
      <p:grpSp>
        <p:nvGrpSpPr>
          <p:cNvPr id="2840" name="Google Shape;2840;p65"/>
          <p:cNvGrpSpPr/>
          <p:nvPr/>
        </p:nvGrpSpPr>
        <p:grpSpPr>
          <a:xfrm flipH="1">
            <a:off x="9148986" y="905775"/>
            <a:ext cx="357454" cy="956304"/>
            <a:chOff x="357713" y="600975"/>
            <a:chExt cx="357454" cy="956304"/>
          </a:xfrm>
        </p:grpSpPr>
        <p:sp>
          <p:nvSpPr>
            <p:cNvPr id="2841" name="Google Shape;2841;p6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5" name="Google Shape;2845;p65"/>
          <p:cNvGrpSpPr/>
          <p:nvPr/>
        </p:nvGrpSpPr>
        <p:grpSpPr>
          <a:xfrm flipH="1">
            <a:off x="5599463" y="-1060328"/>
            <a:ext cx="2019176" cy="2019176"/>
            <a:chOff x="1943325" y="-220375"/>
            <a:chExt cx="1298672" cy="1298672"/>
          </a:xfrm>
        </p:grpSpPr>
        <p:sp>
          <p:nvSpPr>
            <p:cNvPr id="2846" name="Google Shape;2846;p65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94" name="Google Shape;2894;p65" title="Screenshot 2025-12-01 at 2.10.4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33" y="958851"/>
            <a:ext cx="8030943" cy="38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66"/>
          <p:cNvSpPr txBox="1"/>
          <p:nvPr>
            <p:ph idx="1" type="subTitle"/>
          </p:nvPr>
        </p:nvSpPr>
        <p:spPr>
          <a:xfrm>
            <a:off x="4491862" y="1205174"/>
            <a:ext cx="2543100" cy="866400"/>
          </a:xfrm>
          <a:prstGeom prst="rect">
            <a:avLst/>
          </a:prstGeom>
        </p:spPr>
        <p:txBody>
          <a:bodyPr anchorCtr="0" anchor="t" bIns="84675" lIns="84675" spcFirstLastPara="1" rIns="84675" wrap="square" tIns="84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5"/>
              <a:t>Gender, Age, and Physical Attributes</a:t>
            </a:r>
            <a:endParaRPr sz="1945"/>
          </a:p>
        </p:txBody>
      </p:sp>
      <p:sp>
        <p:nvSpPr>
          <p:cNvPr id="2900" name="Google Shape;2900;p66"/>
          <p:cNvSpPr txBox="1"/>
          <p:nvPr>
            <p:ph idx="4" type="subTitle"/>
          </p:nvPr>
        </p:nvSpPr>
        <p:spPr>
          <a:xfrm>
            <a:off x="4436774" y="2199965"/>
            <a:ext cx="2905200" cy="1058700"/>
          </a:xfrm>
          <a:prstGeom prst="rect">
            <a:avLst/>
          </a:prstGeom>
        </p:spPr>
        <p:txBody>
          <a:bodyPr anchorCtr="0" anchor="t" bIns="84675" lIns="84675" spcFirstLastPara="1" rIns="84675" wrap="square" tIns="84675">
            <a:noAutofit/>
          </a:bodyPr>
          <a:lstStyle/>
          <a:p>
            <a:pPr indent="-294101" lvl="0" marL="423505" rtl="0" algn="l">
              <a:spcBef>
                <a:spcPts val="0"/>
              </a:spcBef>
              <a:spcAft>
                <a:spcPts val="0"/>
              </a:spcAft>
              <a:buSzPts val="1297"/>
              <a:buChar char="-"/>
            </a:pPr>
            <a:r>
              <a:rPr lang="en" sz="1296"/>
              <a:t>Medal success peaks at 25</a:t>
            </a:r>
            <a:endParaRPr sz="1296"/>
          </a:p>
          <a:p>
            <a:pPr indent="-294101" lvl="0" marL="423505" rtl="0" algn="l">
              <a:spcBef>
                <a:spcPts val="0"/>
              </a:spcBef>
              <a:spcAft>
                <a:spcPts val="0"/>
              </a:spcAft>
              <a:buSzPts val="1297"/>
              <a:buChar char="-"/>
            </a:pPr>
            <a:r>
              <a:rPr lang="en" sz="1296"/>
              <a:t>The gender</a:t>
            </a:r>
            <a:r>
              <a:rPr lang="en" sz="1296"/>
              <a:t> gap is </a:t>
            </a:r>
            <a:r>
              <a:rPr lang="en" sz="1296"/>
              <a:t>closing</a:t>
            </a:r>
            <a:endParaRPr sz="1296"/>
          </a:p>
          <a:p>
            <a:pPr indent="-294101" lvl="0" marL="423505" rtl="0" algn="l">
              <a:spcBef>
                <a:spcPts val="0"/>
              </a:spcBef>
              <a:spcAft>
                <a:spcPts val="0"/>
              </a:spcAft>
              <a:buSzPts val="1297"/>
              <a:buChar char="-"/>
            </a:pPr>
            <a:r>
              <a:rPr lang="en" sz="1296"/>
              <a:t>Medalists are bigger than non-medalists</a:t>
            </a:r>
            <a:endParaRPr sz="1296"/>
          </a:p>
        </p:txBody>
      </p:sp>
      <p:sp>
        <p:nvSpPr>
          <p:cNvPr id="2901" name="Google Shape;2901;p66"/>
          <p:cNvSpPr txBox="1"/>
          <p:nvPr>
            <p:ph idx="5" type="subTitle"/>
          </p:nvPr>
        </p:nvSpPr>
        <p:spPr>
          <a:xfrm>
            <a:off x="715500" y="1392375"/>
            <a:ext cx="2678700" cy="4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Medal Dominance</a:t>
            </a:r>
            <a:endParaRPr/>
          </a:p>
        </p:txBody>
      </p:sp>
      <p:sp>
        <p:nvSpPr>
          <p:cNvPr id="2902" name="Google Shape;2902;p66"/>
          <p:cNvSpPr txBox="1"/>
          <p:nvPr>
            <p:ph idx="6" type="subTitle"/>
          </p:nvPr>
        </p:nvSpPr>
        <p:spPr>
          <a:xfrm>
            <a:off x="921450" y="1975525"/>
            <a:ext cx="22668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USA dominates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Sports with more events dominate</a:t>
            </a:r>
            <a:endParaRPr/>
          </a:p>
        </p:txBody>
      </p:sp>
      <p:sp>
        <p:nvSpPr>
          <p:cNvPr id="2903" name="Google Shape;2903;p66"/>
          <p:cNvSpPr txBox="1"/>
          <p:nvPr>
            <p:ph type="title"/>
          </p:nvPr>
        </p:nvSpPr>
        <p:spPr>
          <a:xfrm>
            <a:off x="662975" y="45832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2904" name="Google Shape;2904;p66"/>
          <p:cNvSpPr txBox="1"/>
          <p:nvPr>
            <p:ph idx="9" type="subTitle"/>
          </p:nvPr>
        </p:nvSpPr>
        <p:spPr>
          <a:xfrm>
            <a:off x="4733941" y="3258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905" name="Google Shape;2905;p66"/>
          <p:cNvSpPr txBox="1"/>
          <p:nvPr>
            <p:ph idx="13" type="subTitle"/>
          </p:nvPr>
        </p:nvSpPr>
        <p:spPr>
          <a:xfrm>
            <a:off x="4454937" y="3723125"/>
            <a:ext cx="31362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NaN values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Structural bias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Total medal count favors certain countries and sports</a:t>
            </a:r>
            <a:endParaRPr/>
          </a:p>
        </p:txBody>
      </p:sp>
      <p:sp>
        <p:nvSpPr>
          <p:cNvPr id="2906" name="Google Shape;2906;p66"/>
          <p:cNvSpPr txBox="1"/>
          <p:nvPr>
            <p:ph idx="14" type="subTitle"/>
          </p:nvPr>
        </p:nvSpPr>
        <p:spPr>
          <a:xfrm>
            <a:off x="971725" y="29346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Participation Trends</a:t>
            </a:r>
            <a:endParaRPr/>
          </a:p>
        </p:txBody>
      </p:sp>
      <p:sp>
        <p:nvSpPr>
          <p:cNvPr id="2907" name="Google Shape;2907;p66"/>
          <p:cNvSpPr txBox="1"/>
          <p:nvPr>
            <p:ph idx="15" type="subTitle"/>
          </p:nvPr>
        </p:nvSpPr>
        <p:spPr>
          <a:xfrm>
            <a:off x="662975" y="3701775"/>
            <a:ext cx="32508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Significant increase in participation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average athlete is not bigger than in past athletes</a:t>
            </a:r>
            <a:endParaRPr/>
          </a:p>
        </p:txBody>
      </p:sp>
      <p:grpSp>
        <p:nvGrpSpPr>
          <p:cNvPr id="2908" name="Google Shape;2908;p66"/>
          <p:cNvGrpSpPr/>
          <p:nvPr/>
        </p:nvGrpSpPr>
        <p:grpSpPr>
          <a:xfrm>
            <a:off x="5626408" y="722871"/>
            <a:ext cx="793256" cy="182899"/>
            <a:chOff x="2685575" y="2835950"/>
            <a:chExt cx="433000" cy="99825"/>
          </a:xfrm>
        </p:grpSpPr>
        <p:sp>
          <p:nvSpPr>
            <p:cNvPr id="2909" name="Google Shape;2909;p6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3" name="Google Shape;2913;p66"/>
          <p:cNvSpPr/>
          <p:nvPr/>
        </p:nvSpPr>
        <p:spPr>
          <a:xfrm>
            <a:off x="6598861" y="462081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66"/>
          <p:cNvSpPr/>
          <p:nvPr/>
        </p:nvSpPr>
        <p:spPr>
          <a:xfrm rot="-5400000">
            <a:off x="6666361" y="469398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66">
            <a:hlinkClick action="ppaction://hlinksldjump" r:id="rId3"/>
          </p:cNvPr>
          <p:cNvSpPr/>
          <p:nvPr/>
        </p:nvSpPr>
        <p:spPr>
          <a:xfrm>
            <a:off x="6598861" y="462081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66">
            <a:hlinkClick action="ppaction://hlinkshowjump?jump=previousslide"/>
          </p:cNvPr>
          <p:cNvSpPr/>
          <p:nvPr/>
        </p:nvSpPr>
        <p:spPr>
          <a:xfrm>
            <a:off x="6291154" y="470742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66">
            <a:hlinkClick action="ppaction://hlinkshowjump?jump=nextslide"/>
          </p:cNvPr>
          <p:cNvSpPr/>
          <p:nvPr/>
        </p:nvSpPr>
        <p:spPr>
          <a:xfrm flipH="1">
            <a:off x="7105391" y="470742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6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the most decorated athletes?</a:t>
            </a:r>
            <a:endParaRPr/>
          </a:p>
        </p:txBody>
      </p:sp>
      <p:grpSp>
        <p:nvGrpSpPr>
          <p:cNvPr id="2923" name="Google Shape;2923;p67"/>
          <p:cNvGrpSpPr/>
          <p:nvPr/>
        </p:nvGrpSpPr>
        <p:grpSpPr>
          <a:xfrm flipH="1" rot="10800000">
            <a:off x="1820721" y="209369"/>
            <a:ext cx="793256" cy="182899"/>
            <a:chOff x="2685575" y="2835950"/>
            <a:chExt cx="433000" cy="99825"/>
          </a:xfrm>
        </p:grpSpPr>
        <p:sp>
          <p:nvSpPr>
            <p:cNvPr id="2924" name="Google Shape;2924;p67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7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7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7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8" name="Google Shape;2928;p67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p67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0" name="Google Shape;2930;p67" title="Screenshot 2025-12-01 at 2.21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688" y="1202050"/>
            <a:ext cx="5720623" cy="2872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68"/>
          <p:cNvSpPr txBox="1"/>
          <p:nvPr>
            <p:ph type="title"/>
          </p:nvPr>
        </p:nvSpPr>
        <p:spPr>
          <a:xfrm>
            <a:off x="484800" y="265850"/>
            <a:ext cx="81744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sports do young people dominate?</a:t>
            </a:r>
            <a:endParaRPr/>
          </a:p>
        </p:txBody>
      </p:sp>
      <p:sp>
        <p:nvSpPr>
          <p:cNvPr id="2936" name="Google Shape;2936;p68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68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8" name="Google Shape;293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864" y="-365800"/>
            <a:ext cx="2527512" cy="26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68" title="Screenshot 2025-12-01 at 2.22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300" y="818875"/>
            <a:ext cx="6795400" cy="40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69"/>
          <p:cNvSpPr txBox="1"/>
          <p:nvPr>
            <p:ph type="title"/>
          </p:nvPr>
        </p:nvSpPr>
        <p:spPr>
          <a:xfrm>
            <a:off x="715500" y="2719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host countries win more medals?</a:t>
            </a:r>
            <a:endParaRPr/>
          </a:p>
        </p:txBody>
      </p:sp>
      <p:pic>
        <p:nvPicPr>
          <p:cNvPr id="2945" name="Google Shape;2945;p69" title="Screenshot 2025-12-01 at 2.22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275" y="790475"/>
            <a:ext cx="5795461" cy="414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